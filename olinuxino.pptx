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98B8"/>
    <a:srgbClr val="EED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442A5-961C-4794-3F05-7C0745A48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48EF2-FF39-4EB9-3F02-235999A2B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CE54B-F416-ABB6-803B-77E24DC7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AF86E-142D-CA4A-D6DD-4EE3A39B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CB536-955E-10F1-7835-18619A25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50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4894-A01A-A9B8-FC4C-15C61DE8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A160F-3451-CDD5-F9B1-B80044018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9F72-0F18-5DFA-AF77-36FDA764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A410E-4D39-FB1A-B1A0-AA0486ED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80232-D8AC-60CB-A464-22B73165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34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0086-0967-A4AD-73E8-18D78801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80940-98EC-34E4-BCDC-0ABBB57EF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C184B-A0F6-7FFC-F62D-20E1C955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1BCF9-26FE-5AC2-A127-7011E2E80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C96FE-F991-2C5D-E987-7DADCF5F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0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952B-6092-25FF-163C-844FB20C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347CC-02CF-4696-9498-3E0244E3B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4196D-F571-299F-A736-F5B58C237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5D6A1-35BD-3372-5F5E-C36D4D9E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E8F4C-74C1-6FDE-F8EF-BF755F21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2EA85-D229-7FCF-4022-BA1F3E09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62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BE80-C446-EF17-F346-41A4D21D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842BB-51D4-890C-B014-D5AEC9595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55A1A-7582-B888-577C-23A659C4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E3049-3F92-09CF-1F03-79AF846D1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BB1A6C-21E6-FDE3-612E-4968F893F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26F3B1-C4ED-B43E-8D8B-2B104EBE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202E5F-55D1-8E0F-15B5-8DCA71DF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737F3-9FAB-49B6-3723-3E643C2D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36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C25A-876A-9514-B649-A9ADDA00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110F7A-34EB-1CD8-9946-7F621450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54C98-9C3E-DB25-28D9-0EDA9876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2C1D1-1C59-7502-5745-1E195ACA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39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1B9BCB-AF1A-A616-68F1-278A70CA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72D27-E087-A886-114C-4B687104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DDAEA-D34E-ADC0-EBFC-8CF3F919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DFAA-3A1E-1611-EAB5-6F655716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67BD4-3403-6FB1-9F3B-474F42A31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FFAA2-B22C-DA0C-F583-1837FEF05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404C2-B3D7-3FE6-ED7A-ADE1434C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02A85-7F0F-A03A-E5EA-F4B803D3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BC4D3-EA47-804C-0820-085DBB9C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761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0A49-ADBE-F730-A5A3-B4602E02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D2F48-5659-E52D-42B7-D7D7FEA40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1AFDC-E5F0-3BF5-FAFD-2D18F7353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E07AF-66A0-C79E-877F-8990622C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117AC-ABC0-A42A-5BEF-7EE222BE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603BD-667F-8666-2C6A-E94EBD93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10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484A-DDDF-7EE2-9719-0F229047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49E22-B259-D5D5-A849-36197861A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CAD3C-85F1-862B-3F25-664BE5AF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077D6-B560-2770-AB96-7C256EA9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DA32A-5F6C-B8B9-B73B-8375F71A8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98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696F1-F0FB-C1A0-256A-1CF4BD878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8F65F-7E0C-59D4-BB81-A5A5CC841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B7834-F76D-E15D-74EC-0E55DD11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1CADF-3609-01CE-E8CC-69AAFD19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E1D1D-90FC-25AA-299B-A796265E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77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C53006-1D3D-F775-83C7-92240910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AB419-FD00-79C0-C583-F8F350CA7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7D9CE-08E4-F00B-4E34-C270F0E17F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03E12-6B38-491D-9784-0CFCCA4A5DBC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D754B-2F1C-0F7C-0E82-66E836EFC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5D28-DEB6-FE77-776C-107F55749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EC3EF-B895-4858-81C8-B7BC23E2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6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9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9D76B8F-CD83-994A-C3CC-A9A54E97A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8273"/>
            <a:ext cx="13893553" cy="7457243"/>
          </a:xfrm>
          <a:prstGeom prst="rect">
            <a:avLst/>
          </a:prstGeom>
        </p:spPr>
      </p:pic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70DFBE8-56CA-750F-7574-3CF1F10575FE}"/>
              </a:ext>
            </a:extLst>
          </p:cNvPr>
          <p:cNvSpPr/>
          <p:nvPr/>
        </p:nvSpPr>
        <p:spPr>
          <a:xfrm>
            <a:off x="0" y="0"/>
            <a:ext cx="5024761" cy="6968970"/>
          </a:xfrm>
          <a:custGeom>
            <a:avLst/>
            <a:gdLst/>
            <a:ahLst/>
            <a:cxnLst/>
            <a:rect l="l" t="t" r="r" b="b"/>
            <a:pathLst>
              <a:path w="4518734" h="6968970">
                <a:moveTo>
                  <a:pt x="4120357" y="6353440"/>
                </a:moveTo>
                <a:cubicBezTo>
                  <a:pt x="4124646" y="6407428"/>
                  <a:pt x="4128921" y="6452759"/>
                  <a:pt x="4133181" y="6489431"/>
                </a:cubicBezTo>
                <a:lnTo>
                  <a:pt x="4104198" y="6489431"/>
                </a:lnTo>
                <a:cubicBezTo>
                  <a:pt x="4106394" y="6460768"/>
                  <a:pt x="4111780" y="6415438"/>
                  <a:pt x="4120357" y="6353440"/>
                </a:cubicBezTo>
                <a:close/>
                <a:moveTo>
                  <a:pt x="3463132" y="6353440"/>
                </a:moveTo>
                <a:cubicBezTo>
                  <a:pt x="3467421" y="6407428"/>
                  <a:pt x="3471696" y="6452759"/>
                  <a:pt x="3475956" y="6489431"/>
                </a:cubicBezTo>
                <a:lnTo>
                  <a:pt x="3446974" y="6489431"/>
                </a:lnTo>
                <a:cubicBezTo>
                  <a:pt x="3449169" y="6460768"/>
                  <a:pt x="3454555" y="6415438"/>
                  <a:pt x="3463132" y="6353440"/>
                </a:cubicBezTo>
                <a:close/>
                <a:moveTo>
                  <a:pt x="3053557" y="6353440"/>
                </a:moveTo>
                <a:cubicBezTo>
                  <a:pt x="3057846" y="6407428"/>
                  <a:pt x="3062121" y="6452759"/>
                  <a:pt x="3066381" y="6489431"/>
                </a:cubicBezTo>
                <a:lnTo>
                  <a:pt x="3037398" y="6489431"/>
                </a:lnTo>
                <a:cubicBezTo>
                  <a:pt x="3039594" y="6460768"/>
                  <a:pt x="3044980" y="6415438"/>
                  <a:pt x="3053557" y="6353440"/>
                </a:cubicBezTo>
                <a:close/>
                <a:moveTo>
                  <a:pt x="3659257" y="6336641"/>
                </a:moveTo>
                <a:cubicBezTo>
                  <a:pt x="3668457" y="6336641"/>
                  <a:pt x="3674723" y="6337607"/>
                  <a:pt x="3678056" y="6339540"/>
                </a:cubicBezTo>
                <a:cubicBezTo>
                  <a:pt x="3681389" y="6341474"/>
                  <a:pt x="3683522" y="6344507"/>
                  <a:pt x="3684456" y="6348640"/>
                </a:cubicBezTo>
                <a:cubicBezTo>
                  <a:pt x="3685389" y="6352773"/>
                  <a:pt x="3685855" y="6362172"/>
                  <a:pt x="3685855" y="6376838"/>
                </a:cubicBezTo>
                <a:lnTo>
                  <a:pt x="3685855" y="6502630"/>
                </a:lnTo>
                <a:cubicBezTo>
                  <a:pt x="3685855" y="6524229"/>
                  <a:pt x="3684456" y="6537462"/>
                  <a:pt x="3681656" y="6542328"/>
                </a:cubicBezTo>
                <a:cubicBezTo>
                  <a:pt x="3678856" y="6547194"/>
                  <a:pt x="3671390" y="6549628"/>
                  <a:pt x="3659257" y="6549628"/>
                </a:cubicBezTo>
                <a:close/>
                <a:moveTo>
                  <a:pt x="4203563" y="6281244"/>
                </a:moveTo>
                <a:lnTo>
                  <a:pt x="4252210" y="6605024"/>
                </a:lnTo>
                <a:lnTo>
                  <a:pt x="4380103" y="6605024"/>
                </a:lnTo>
                <a:lnTo>
                  <a:pt x="4422950" y="6281244"/>
                </a:lnTo>
                <a:lnTo>
                  <a:pt x="4334155" y="6281244"/>
                </a:lnTo>
                <a:lnTo>
                  <a:pt x="4328309" y="6341453"/>
                </a:lnTo>
                <a:cubicBezTo>
                  <a:pt x="4323424" y="6389844"/>
                  <a:pt x="4318806" y="6445236"/>
                  <a:pt x="4314457" y="6507630"/>
                </a:cubicBezTo>
                <a:cubicBezTo>
                  <a:pt x="4310044" y="6445894"/>
                  <a:pt x="4302678" y="6370432"/>
                  <a:pt x="4292358" y="6281244"/>
                </a:cubicBezTo>
                <a:close/>
                <a:moveTo>
                  <a:pt x="4056111" y="6281244"/>
                </a:moveTo>
                <a:lnTo>
                  <a:pt x="4013163" y="6605024"/>
                </a:lnTo>
                <a:lnTo>
                  <a:pt x="4100208" y="6605024"/>
                </a:lnTo>
                <a:lnTo>
                  <a:pt x="4105270" y="6546828"/>
                </a:lnTo>
                <a:lnTo>
                  <a:pt x="4135387" y="6546828"/>
                </a:lnTo>
                <a:lnTo>
                  <a:pt x="4139906" y="6605024"/>
                </a:lnTo>
                <a:lnTo>
                  <a:pt x="4225950" y="6605024"/>
                </a:lnTo>
                <a:lnTo>
                  <a:pt x="4177803" y="6281244"/>
                </a:lnTo>
                <a:close/>
                <a:moveTo>
                  <a:pt x="3803662" y="6281244"/>
                </a:moveTo>
                <a:lnTo>
                  <a:pt x="3803662" y="6605024"/>
                </a:lnTo>
                <a:lnTo>
                  <a:pt x="3887857" y="6605024"/>
                </a:lnTo>
                <a:lnTo>
                  <a:pt x="3887857" y="6469033"/>
                </a:lnTo>
                <a:lnTo>
                  <a:pt x="3913056" y="6469033"/>
                </a:lnTo>
                <a:lnTo>
                  <a:pt x="3913056" y="6605024"/>
                </a:lnTo>
                <a:lnTo>
                  <a:pt x="3997250" y="6605024"/>
                </a:lnTo>
                <a:lnTo>
                  <a:pt x="3997250" y="6281244"/>
                </a:lnTo>
                <a:lnTo>
                  <a:pt x="3913056" y="6281244"/>
                </a:lnTo>
                <a:lnTo>
                  <a:pt x="3913056" y="6397037"/>
                </a:lnTo>
                <a:lnTo>
                  <a:pt x="3887857" y="6397037"/>
                </a:lnTo>
                <a:lnTo>
                  <a:pt x="3887857" y="6281244"/>
                </a:lnTo>
                <a:close/>
                <a:moveTo>
                  <a:pt x="3575062" y="6281244"/>
                </a:moveTo>
                <a:lnTo>
                  <a:pt x="3575062" y="6605024"/>
                </a:lnTo>
                <a:lnTo>
                  <a:pt x="3681256" y="6605024"/>
                </a:lnTo>
                <a:cubicBezTo>
                  <a:pt x="3701388" y="6605024"/>
                  <a:pt x="3716454" y="6603924"/>
                  <a:pt x="3726453" y="6601724"/>
                </a:cubicBezTo>
                <a:cubicBezTo>
                  <a:pt x="3736452" y="6599525"/>
                  <a:pt x="3744852" y="6595658"/>
                  <a:pt x="3751651" y="6590125"/>
                </a:cubicBezTo>
                <a:cubicBezTo>
                  <a:pt x="3758451" y="6584592"/>
                  <a:pt x="3763217" y="6576926"/>
                  <a:pt x="3765950" y="6567127"/>
                </a:cubicBezTo>
                <a:cubicBezTo>
                  <a:pt x="3768684" y="6557327"/>
                  <a:pt x="3770050" y="6537895"/>
                  <a:pt x="3770050" y="6508830"/>
                </a:cubicBezTo>
                <a:lnTo>
                  <a:pt x="3770050" y="6395437"/>
                </a:lnTo>
                <a:cubicBezTo>
                  <a:pt x="3770050" y="6364772"/>
                  <a:pt x="3769117" y="6344207"/>
                  <a:pt x="3767250" y="6333741"/>
                </a:cubicBezTo>
                <a:cubicBezTo>
                  <a:pt x="3765384" y="6323275"/>
                  <a:pt x="3760718" y="6313775"/>
                  <a:pt x="3753251" y="6305243"/>
                </a:cubicBezTo>
                <a:cubicBezTo>
                  <a:pt x="3745785" y="6296710"/>
                  <a:pt x="3734886" y="6290577"/>
                  <a:pt x="3720553" y="6286844"/>
                </a:cubicBezTo>
                <a:cubicBezTo>
                  <a:pt x="3706221" y="6283111"/>
                  <a:pt x="3678723" y="6281244"/>
                  <a:pt x="3638058" y="6281244"/>
                </a:cubicBezTo>
                <a:close/>
                <a:moveTo>
                  <a:pt x="3398886" y="6281244"/>
                </a:moveTo>
                <a:lnTo>
                  <a:pt x="3355938" y="6605024"/>
                </a:lnTo>
                <a:lnTo>
                  <a:pt x="3442983" y="6605024"/>
                </a:lnTo>
                <a:lnTo>
                  <a:pt x="3448045" y="6546828"/>
                </a:lnTo>
                <a:lnTo>
                  <a:pt x="3478162" y="6546828"/>
                </a:lnTo>
                <a:lnTo>
                  <a:pt x="3482681" y="6605024"/>
                </a:lnTo>
                <a:lnTo>
                  <a:pt x="3568725" y="6605024"/>
                </a:lnTo>
                <a:lnTo>
                  <a:pt x="3520578" y="6281244"/>
                </a:lnTo>
                <a:close/>
                <a:moveTo>
                  <a:pt x="3260486" y="6281244"/>
                </a:moveTo>
                <a:lnTo>
                  <a:pt x="3260486" y="6509030"/>
                </a:lnTo>
                <a:cubicBezTo>
                  <a:pt x="3260486" y="6521296"/>
                  <a:pt x="3260219" y="6529562"/>
                  <a:pt x="3259686" y="6533829"/>
                </a:cubicBezTo>
                <a:cubicBezTo>
                  <a:pt x="3259153" y="6538095"/>
                  <a:pt x="3257153" y="6541695"/>
                  <a:pt x="3253686" y="6544628"/>
                </a:cubicBezTo>
                <a:cubicBezTo>
                  <a:pt x="3250220" y="6547561"/>
                  <a:pt x="3245487" y="6549028"/>
                  <a:pt x="3239487" y="6549028"/>
                </a:cubicBezTo>
                <a:cubicBezTo>
                  <a:pt x="3237221" y="6549028"/>
                  <a:pt x="3233554" y="6548828"/>
                  <a:pt x="3228488" y="6548428"/>
                </a:cubicBezTo>
                <a:lnTo>
                  <a:pt x="3228488" y="6605024"/>
                </a:lnTo>
                <a:lnTo>
                  <a:pt x="3270657" y="6605024"/>
                </a:lnTo>
                <a:cubicBezTo>
                  <a:pt x="3289308" y="6605024"/>
                  <a:pt x="3303264" y="6603591"/>
                  <a:pt x="3312524" y="6600725"/>
                </a:cubicBezTo>
                <a:cubicBezTo>
                  <a:pt x="3321783" y="6597858"/>
                  <a:pt x="3329123" y="6592692"/>
                  <a:pt x="3334544" y="6585225"/>
                </a:cubicBezTo>
                <a:cubicBezTo>
                  <a:pt x="3339965" y="6577759"/>
                  <a:pt x="3343009" y="6569393"/>
                  <a:pt x="3343678" y="6560127"/>
                </a:cubicBezTo>
                <a:cubicBezTo>
                  <a:pt x="3344347" y="6550861"/>
                  <a:pt x="3344681" y="6530029"/>
                  <a:pt x="3344681" y="6497631"/>
                </a:cubicBezTo>
                <a:lnTo>
                  <a:pt x="3344681" y="6281244"/>
                </a:lnTo>
                <a:close/>
                <a:moveTo>
                  <a:pt x="2989311" y="6281244"/>
                </a:moveTo>
                <a:lnTo>
                  <a:pt x="2946363" y="6605024"/>
                </a:lnTo>
                <a:lnTo>
                  <a:pt x="3033408" y="6605024"/>
                </a:lnTo>
                <a:lnTo>
                  <a:pt x="3038470" y="6546828"/>
                </a:lnTo>
                <a:lnTo>
                  <a:pt x="3068587" y="6546828"/>
                </a:lnTo>
                <a:lnTo>
                  <a:pt x="3073106" y="6605024"/>
                </a:lnTo>
                <a:lnTo>
                  <a:pt x="3159150" y="6605024"/>
                </a:lnTo>
                <a:lnTo>
                  <a:pt x="3111003" y="6281244"/>
                </a:lnTo>
                <a:close/>
                <a:moveTo>
                  <a:pt x="2736862" y="6281244"/>
                </a:moveTo>
                <a:lnTo>
                  <a:pt x="2736862" y="6605024"/>
                </a:lnTo>
                <a:lnTo>
                  <a:pt x="2821057" y="6605024"/>
                </a:lnTo>
                <a:lnTo>
                  <a:pt x="2821057" y="6469033"/>
                </a:lnTo>
                <a:lnTo>
                  <a:pt x="2846256" y="6469033"/>
                </a:lnTo>
                <a:lnTo>
                  <a:pt x="2846256" y="6605024"/>
                </a:lnTo>
                <a:lnTo>
                  <a:pt x="2930450" y="6605024"/>
                </a:lnTo>
                <a:lnTo>
                  <a:pt x="2930450" y="6281244"/>
                </a:lnTo>
                <a:lnTo>
                  <a:pt x="2846256" y="6281244"/>
                </a:lnTo>
                <a:lnTo>
                  <a:pt x="2846256" y="6397037"/>
                </a:lnTo>
                <a:lnTo>
                  <a:pt x="2821057" y="6397037"/>
                </a:lnTo>
                <a:lnTo>
                  <a:pt x="2821057" y="6281244"/>
                </a:lnTo>
                <a:close/>
                <a:moveTo>
                  <a:pt x="2565412" y="6281244"/>
                </a:moveTo>
                <a:lnTo>
                  <a:pt x="2565412" y="6605024"/>
                </a:lnTo>
                <a:lnTo>
                  <a:pt x="2711403" y="6605024"/>
                </a:lnTo>
                <a:lnTo>
                  <a:pt x="2711403" y="6540228"/>
                </a:lnTo>
                <a:lnTo>
                  <a:pt x="2649607" y="6540228"/>
                </a:lnTo>
                <a:lnTo>
                  <a:pt x="2649607" y="6469033"/>
                </a:lnTo>
                <a:lnTo>
                  <a:pt x="2702204" y="6469033"/>
                </a:lnTo>
                <a:lnTo>
                  <a:pt x="2702204" y="6407436"/>
                </a:lnTo>
                <a:lnTo>
                  <a:pt x="2649607" y="6407436"/>
                </a:lnTo>
                <a:lnTo>
                  <a:pt x="2649607" y="6346040"/>
                </a:lnTo>
                <a:lnTo>
                  <a:pt x="2705804" y="6346040"/>
                </a:lnTo>
                <a:lnTo>
                  <a:pt x="2705804" y="6281244"/>
                </a:lnTo>
                <a:close/>
                <a:moveTo>
                  <a:pt x="2346337" y="6281244"/>
                </a:moveTo>
                <a:lnTo>
                  <a:pt x="2346337" y="6605024"/>
                </a:lnTo>
                <a:lnTo>
                  <a:pt x="2416733" y="6605024"/>
                </a:lnTo>
                <a:lnTo>
                  <a:pt x="2416733" y="6457833"/>
                </a:lnTo>
                <a:lnTo>
                  <a:pt x="2460530" y="6605024"/>
                </a:lnTo>
                <a:lnTo>
                  <a:pt x="2534326" y="6605024"/>
                </a:lnTo>
                <a:lnTo>
                  <a:pt x="2534326" y="6281244"/>
                </a:lnTo>
                <a:lnTo>
                  <a:pt x="2463930" y="6281244"/>
                </a:lnTo>
                <a:lnTo>
                  <a:pt x="2463930" y="6427035"/>
                </a:lnTo>
                <a:lnTo>
                  <a:pt x="2416733" y="6281244"/>
                </a:lnTo>
                <a:close/>
                <a:moveTo>
                  <a:pt x="2221182" y="6274444"/>
                </a:moveTo>
                <a:cubicBezTo>
                  <a:pt x="2201183" y="6274444"/>
                  <a:pt x="2184118" y="6277678"/>
                  <a:pt x="2169985" y="6284144"/>
                </a:cubicBezTo>
                <a:cubicBezTo>
                  <a:pt x="2155853" y="6290610"/>
                  <a:pt x="2145620" y="6299576"/>
                  <a:pt x="2139287" y="6311042"/>
                </a:cubicBezTo>
                <a:cubicBezTo>
                  <a:pt x="2132954" y="6322508"/>
                  <a:pt x="2129788" y="6340640"/>
                  <a:pt x="2129788" y="6365439"/>
                </a:cubicBezTo>
                <a:cubicBezTo>
                  <a:pt x="2129788" y="6382638"/>
                  <a:pt x="2132021" y="6396770"/>
                  <a:pt x="2136487" y="6407836"/>
                </a:cubicBezTo>
                <a:cubicBezTo>
                  <a:pt x="2140954" y="6418902"/>
                  <a:pt x="2146587" y="6427568"/>
                  <a:pt x="2153386" y="6433835"/>
                </a:cubicBezTo>
                <a:cubicBezTo>
                  <a:pt x="2160186" y="6440101"/>
                  <a:pt x="2174052" y="6450167"/>
                  <a:pt x="2194984" y="6464033"/>
                </a:cubicBezTo>
                <a:cubicBezTo>
                  <a:pt x="2215916" y="6477765"/>
                  <a:pt x="2229048" y="6487565"/>
                  <a:pt x="2234381" y="6493431"/>
                </a:cubicBezTo>
                <a:cubicBezTo>
                  <a:pt x="2239581" y="6499297"/>
                  <a:pt x="2242181" y="6511763"/>
                  <a:pt x="2242181" y="6530829"/>
                </a:cubicBezTo>
                <a:cubicBezTo>
                  <a:pt x="2242181" y="6539495"/>
                  <a:pt x="2240814" y="6546028"/>
                  <a:pt x="2238081" y="6550428"/>
                </a:cubicBezTo>
                <a:cubicBezTo>
                  <a:pt x="2235348" y="6554827"/>
                  <a:pt x="2231181" y="6557027"/>
                  <a:pt x="2225582" y="6557027"/>
                </a:cubicBezTo>
                <a:cubicBezTo>
                  <a:pt x="2219982" y="6557027"/>
                  <a:pt x="2216082" y="6555294"/>
                  <a:pt x="2213882" y="6551827"/>
                </a:cubicBezTo>
                <a:cubicBezTo>
                  <a:pt x="2211683" y="6548361"/>
                  <a:pt x="2210583" y="6540561"/>
                  <a:pt x="2210583" y="6528429"/>
                </a:cubicBezTo>
                <a:lnTo>
                  <a:pt x="2210583" y="6489031"/>
                </a:lnTo>
                <a:lnTo>
                  <a:pt x="2132387" y="6489031"/>
                </a:lnTo>
                <a:lnTo>
                  <a:pt x="2132387" y="6510230"/>
                </a:lnTo>
                <a:cubicBezTo>
                  <a:pt x="2132387" y="6534495"/>
                  <a:pt x="2134854" y="6553227"/>
                  <a:pt x="2139787" y="6566427"/>
                </a:cubicBezTo>
                <a:cubicBezTo>
                  <a:pt x="2144720" y="6579626"/>
                  <a:pt x="2155153" y="6590492"/>
                  <a:pt x="2171085" y="6599025"/>
                </a:cubicBezTo>
                <a:cubicBezTo>
                  <a:pt x="2187017" y="6607557"/>
                  <a:pt x="2206250" y="6611824"/>
                  <a:pt x="2228782" y="6611824"/>
                </a:cubicBezTo>
                <a:cubicBezTo>
                  <a:pt x="2249314" y="6611824"/>
                  <a:pt x="2267313" y="6608124"/>
                  <a:pt x="2282778" y="6600725"/>
                </a:cubicBezTo>
                <a:cubicBezTo>
                  <a:pt x="2298244" y="6593325"/>
                  <a:pt x="2308677" y="6584159"/>
                  <a:pt x="2314076" y="6573226"/>
                </a:cubicBezTo>
                <a:cubicBezTo>
                  <a:pt x="2319476" y="6562293"/>
                  <a:pt x="2322176" y="6545295"/>
                  <a:pt x="2322176" y="6522229"/>
                </a:cubicBezTo>
                <a:cubicBezTo>
                  <a:pt x="2322176" y="6490498"/>
                  <a:pt x="2317309" y="6467499"/>
                  <a:pt x="2307577" y="6453234"/>
                </a:cubicBezTo>
                <a:cubicBezTo>
                  <a:pt x="2297844" y="6438968"/>
                  <a:pt x="2274238" y="6420713"/>
                  <a:pt x="2236759" y="6398468"/>
                </a:cubicBezTo>
                <a:cubicBezTo>
                  <a:pt x="2223689" y="6390741"/>
                  <a:pt x="2215758" y="6384143"/>
                  <a:pt x="2212967" y="6378672"/>
                </a:cubicBezTo>
                <a:cubicBezTo>
                  <a:pt x="2210044" y="6373202"/>
                  <a:pt x="2208583" y="6365064"/>
                  <a:pt x="2208583" y="6354258"/>
                </a:cubicBezTo>
                <a:cubicBezTo>
                  <a:pt x="2208583" y="6345853"/>
                  <a:pt x="2209883" y="6339582"/>
                  <a:pt x="2212483" y="6335445"/>
                </a:cubicBezTo>
                <a:cubicBezTo>
                  <a:pt x="2215082" y="6331309"/>
                  <a:pt x="2218915" y="6329241"/>
                  <a:pt x="2223982" y="6329241"/>
                </a:cubicBezTo>
                <a:cubicBezTo>
                  <a:pt x="2228648" y="6329241"/>
                  <a:pt x="2231981" y="6330774"/>
                  <a:pt x="2233981" y="6333841"/>
                </a:cubicBezTo>
                <a:cubicBezTo>
                  <a:pt x="2235981" y="6336907"/>
                  <a:pt x="2236981" y="6344040"/>
                  <a:pt x="2236981" y="6355239"/>
                </a:cubicBezTo>
                <a:lnTo>
                  <a:pt x="2236981" y="6379238"/>
                </a:lnTo>
                <a:lnTo>
                  <a:pt x="2315176" y="6379238"/>
                </a:lnTo>
                <a:lnTo>
                  <a:pt x="2315176" y="6366439"/>
                </a:lnTo>
                <a:cubicBezTo>
                  <a:pt x="2315176" y="6340707"/>
                  <a:pt x="2312676" y="6322475"/>
                  <a:pt x="2307677" y="6311742"/>
                </a:cubicBezTo>
                <a:cubicBezTo>
                  <a:pt x="2302677" y="6301009"/>
                  <a:pt x="2292478" y="6292110"/>
                  <a:pt x="2277079" y="6285044"/>
                </a:cubicBezTo>
                <a:cubicBezTo>
                  <a:pt x="2261680" y="6277977"/>
                  <a:pt x="2243047" y="6274444"/>
                  <a:pt x="2221182" y="6274444"/>
                </a:cubicBezTo>
                <a:close/>
                <a:moveTo>
                  <a:pt x="4391812" y="6043728"/>
                </a:moveTo>
                <a:lnTo>
                  <a:pt x="4391812" y="6109724"/>
                </a:lnTo>
                <a:lnTo>
                  <a:pt x="4452808" y="6109724"/>
                </a:lnTo>
                <a:lnTo>
                  <a:pt x="4452808" y="6043728"/>
                </a:lnTo>
                <a:close/>
                <a:moveTo>
                  <a:pt x="4059307" y="5963733"/>
                </a:moveTo>
                <a:cubicBezTo>
                  <a:pt x="4071840" y="5964133"/>
                  <a:pt x="4079573" y="5965800"/>
                  <a:pt x="4082506" y="5968733"/>
                </a:cubicBezTo>
                <a:cubicBezTo>
                  <a:pt x="4085439" y="5971666"/>
                  <a:pt x="4086906" y="5980065"/>
                  <a:pt x="4086906" y="5993931"/>
                </a:cubicBezTo>
                <a:lnTo>
                  <a:pt x="4086906" y="6024129"/>
                </a:lnTo>
                <a:cubicBezTo>
                  <a:pt x="4086906" y="6037195"/>
                  <a:pt x="4085272" y="6045395"/>
                  <a:pt x="4082006" y="6048728"/>
                </a:cubicBezTo>
                <a:cubicBezTo>
                  <a:pt x="4078739" y="6052061"/>
                  <a:pt x="4071173" y="6053928"/>
                  <a:pt x="4059307" y="6054328"/>
                </a:cubicBezTo>
                <a:close/>
                <a:moveTo>
                  <a:pt x="4391812" y="5898937"/>
                </a:moveTo>
                <a:lnTo>
                  <a:pt x="4391812" y="5964733"/>
                </a:lnTo>
                <a:lnTo>
                  <a:pt x="4452808" y="5964733"/>
                </a:lnTo>
                <a:lnTo>
                  <a:pt x="4452808" y="5898937"/>
                </a:lnTo>
                <a:close/>
                <a:moveTo>
                  <a:pt x="4059307" y="5841341"/>
                </a:moveTo>
                <a:cubicBezTo>
                  <a:pt x="4067973" y="5841474"/>
                  <a:pt x="4073806" y="5842074"/>
                  <a:pt x="4076806" y="5843141"/>
                </a:cubicBezTo>
                <a:cubicBezTo>
                  <a:pt x="4079806" y="5844207"/>
                  <a:pt x="4082239" y="5846774"/>
                  <a:pt x="4084106" y="5850840"/>
                </a:cubicBezTo>
                <a:cubicBezTo>
                  <a:pt x="4085972" y="5854906"/>
                  <a:pt x="4086906" y="5862006"/>
                  <a:pt x="4086906" y="5872139"/>
                </a:cubicBezTo>
                <a:cubicBezTo>
                  <a:pt x="4086906" y="5891338"/>
                  <a:pt x="4085772" y="5902970"/>
                  <a:pt x="4083506" y="5907037"/>
                </a:cubicBezTo>
                <a:cubicBezTo>
                  <a:pt x="4081239" y="5911103"/>
                  <a:pt x="4075973" y="5913136"/>
                  <a:pt x="4067707" y="5913136"/>
                </a:cubicBezTo>
                <a:cubicBezTo>
                  <a:pt x="4065707" y="5913136"/>
                  <a:pt x="4062907" y="5913203"/>
                  <a:pt x="4059307" y="5913336"/>
                </a:cubicBezTo>
                <a:close/>
                <a:moveTo>
                  <a:pt x="3783082" y="5841341"/>
                </a:moveTo>
                <a:cubicBezTo>
                  <a:pt x="3792282" y="5841341"/>
                  <a:pt x="3798548" y="5842307"/>
                  <a:pt x="3801881" y="5844240"/>
                </a:cubicBezTo>
                <a:cubicBezTo>
                  <a:pt x="3805214" y="5846174"/>
                  <a:pt x="3807347" y="5849207"/>
                  <a:pt x="3808281" y="5853340"/>
                </a:cubicBezTo>
                <a:cubicBezTo>
                  <a:pt x="3809214" y="5857473"/>
                  <a:pt x="3809680" y="5866872"/>
                  <a:pt x="3809680" y="5881538"/>
                </a:cubicBezTo>
                <a:lnTo>
                  <a:pt x="3809680" y="6007330"/>
                </a:lnTo>
                <a:cubicBezTo>
                  <a:pt x="3809680" y="6028929"/>
                  <a:pt x="3808281" y="6042162"/>
                  <a:pt x="3805481" y="6047028"/>
                </a:cubicBezTo>
                <a:cubicBezTo>
                  <a:pt x="3802681" y="6051894"/>
                  <a:pt x="3795215" y="6054328"/>
                  <a:pt x="3783082" y="6054328"/>
                </a:cubicBezTo>
                <a:close/>
                <a:moveTo>
                  <a:pt x="2430532" y="5841341"/>
                </a:moveTo>
                <a:cubicBezTo>
                  <a:pt x="2440265" y="5841341"/>
                  <a:pt x="2446964" y="5842941"/>
                  <a:pt x="2450631" y="5846140"/>
                </a:cubicBezTo>
                <a:cubicBezTo>
                  <a:pt x="2454297" y="5849340"/>
                  <a:pt x="2456130" y="5856073"/>
                  <a:pt x="2456130" y="5866339"/>
                </a:cubicBezTo>
                <a:lnTo>
                  <a:pt x="2456130" y="5884138"/>
                </a:lnTo>
                <a:cubicBezTo>
                  <a:pt x="2456130" y="5898404"/>
                  <a:pt x="2454231" y="5906837"/>
                  <a:pt x="2450431" y="5909436"/>
                </a:cubicBezTo>
                <a:cubicBezTo>
                  <a:pt x="2446631" y="5912036"/>
                  <a:pt x="2439998" y="5913336"/>
                  <a:pt x="2430532" y="5913336"/>
                </a:cubicBezTo>
                <a:close/>
                <a:moveTo>
                  <a:pt x="2220982" y="5841341"/>
                </a:moveTo>
                <a:cubicBezTo>
                  <a:pt x="2231915" y="5841341"/>
                  <a:pt x="2239114" y="5843007"/>
                  <a:pt x="2242581" y="5846340"/>
                </a:cubicBezTo>
                <a:cubicBezTo>
                  <a:pt x="2246047" y="5849673"/>
                  <a:pt x="2247780" y="5856873"/>
                  <a:pt x="2247780" y="5867939"/>
                </a:cubicBezTo>
                <a:lnTo>
                  <a:pt x="2247780" y="5894537"/>
                </a:lnTo>
                <a:cubicBezTo>
                  <a:pt x="2247780" y="5906537"/>
                  <a:pt x="2246280" y="5914436"/>
                  <a:pt x="2243281" y="5918236"/>
                </a:cubicBezTo>
                <a:cubicBezTo>
                  <a:pt x="2240281" y="5922036"/>
                  <a:pt x="2234914" y="5923936"/>
                  <a:pt x="2227182" y="5923936"/>
                </a:cubicBezTo>
                <a:cubicBezTo>
                  <a:pt x="2225448" y="5923936"/>
                  <a:pt x="2223382" y="5923869"/>
                  <a:pt x="2220982" y="5923736"/>
                </a:cubicBezTo>
                <a:close/>
                <a:moveTo>
                  <a:pt x="4184513" y="5785944"/>
                </a:moveTo>
                <a:lnTo>
                  <a:pt x="4243710" y="5992531"/>
                </a:lnTo>
                <a:lnTo>
                  <a:pt x="4243710" y="6109724"/>
                </a:lnTo>
                <a:lnTo>
                  <a:pt x="4321705" y="6109724"/>
                </a:lnTo>
                <a:lnTo>
                  <a:pt x="4321705" y="5992531"/>
                </a:lnTo>
                <a:lnTo>
                  <a:pt x="4383101" y="5785944"/>
                </a:lnTo>
                <a:lnTo>
                  <a:pt x="4305756" y="5785944"/>
                </a:lnTo>
                <a:cubicBezTo>
                  <a:pt x="4294790" y="5836460"/>
                  <a:pt x="4286974" y="5878990"/>
                  <a:pt x="4282307" y="5913536"/>
                </a:cubicBezTo>
                <a:cubicBezTo>
                  <a:pt x="4280762" y="5891673"/>
                  <a:pt x="4273945" y="5849142"/>
                  <a:pt x="4261859" y="5785944"/>
                </a:cubicBezTo>
                <a:close/>
                <a:moveTo>
                  <a:pt x="3975112" y="5785944"/>
                </a:moveTo>
                <a:lnTo>
                  <a:pt x="3975112" y="6109724"/>
                </a:lnTo>
                <a:lnTo>
                  <a:pt x="4072506" y="6109724"/>
                </a:lnTo>
                <a:cubicBezTo>
                  <a:pt x="4106371" y="6109724"/>
                  <a:pt x="4128769" y="6107790"/>
                  <a:pt x="4139702" y="6103921"/>
                </a:cubicBezTo>
                <a:cubicBezTo>
                  <a:pt x="4150635" y="6100053"/>
                  <a:pt x="4158601" y="6092849"/>
                  <a:pt x="4163601" y="6082310"/>
                </a:cubicBezTo>
                <a:cubicBezTo>
                  <a:pt x="4168600" y="6071771"/>
                  <a:pt x="4171100" y="6055563"/>
                  <a:pt x="4171100" y="6033685"/>
                </a:cubicBezTo>
                <a:lnTo>
                  <a:pt x="4171100" y="6003671"/>
                </a:lnTo>
                <a:cubicBezTo>
                  <a:pt x="4171100" y="5982593"/>
                  <a:pt x="4167634" y="5966952"/>
                  <a:pt x="4160701" y="5956746"/>
                </a:cubicBezTo>
                <a:cubicBezTo>
                  <a:pt x="4153768" y="5946540"/>
                  <a:pt x="4140569" y="5939237"/>
                  <a:pt x="4121103" y="5934835"/>
                </a:cubicBezTo>
                <a:cubicBezTo>
                  <a:pt x="4138569" y="5930837"/>
                  <a:pt x="4150268" y="5925108"/>
                  <a:pt x="4156201" y="5917647"/>
                </a:cubicBezTo>
                <a:cubicBezTo>
                  <a:pt x="4162134" y="5910186"/>
                  <a:pt x="4165101" y="5896996"/>
                  <a:pt x="4165101" y="5878076"/>
                </a:cubicBezTo>
                <a:cubicBezTo>
                  <a:pt x="4165101" y="5850096"/>
                  <a:pt x="4160901" y="5829811"/>
                  <a:pt x="4152501" y="5817220"/>
                </a:cubicBezTo>
                <a:cubicBezTo>
                  <a:pt x="4144102" y="5804629"/>
                  <a:pt x="4133069" y="5796269"/>
                  <a:pt x="4119404" y="5792139"/>
                </a:cubicBezTo>
                <a:cubicBezTo>
                  <a:pt x="4105738" y="5788009"/>
                  <a:pt x="4085639" y="5785944"/>
                  <a:pt x="4059107" y="5785944"/>
                </a:cubicBezTo>
                <a:close/>
                <a:moveTo>
                  <a:pt x="3698887" y="5785944"/>
                </a:moveTo>
                <a:lnTo>
                  <a:pt x="3698887" y="6109724"/>
                </a:lnTo>
                <a:lnTo>
                  <a:pt x="3805081" y="6109724"/>
                </a:lnTo>
                <a:cubicBezTo>
                  <a:pt x="3825213" y="6109724"/>
                  <a:pt x="3840279" y="6108624"/>
                  <a:pt x="3850278" y="6106424"/>
                </a:cubicBezTo>
                <a:cubicBezTo>
                  <a:pt x="3860277" y="6104225"/>
                  <a:pt x="3868677" y="6100358"/>
                  <a:pt x="3875476" y="6094825"/>
                </a:cubicBezTo>
                <a:cubicBezTo>
                  <a:pt x="3882276" y="6089292"/>
                  <a:pt x="3887042" y="6081626"/>
                  <a:pt x="3889776" y="6071827"/>
                </a:cubicBezTo>
                <a:cubicBezTo>
                  <a:pt x="3892509" y="6062027"/>
                  <a:pt x="3893875" y="6042595"/>
                  <a:pt x="3893875" y="6013530"/>
                </a:cubicBezTo>
                <a:lnTo>
                  <a:pt x="3893875" y="5900137"/>
                </a:lnTo>
                <a:cubicBezTo>
                  <a:pt x="3893875" y="5869472"/>
                  <a:pt x="3892942" y="5848907"/>
                  <a:pt x="3891075" y="5838441"/>
                </a:cubicBezTo>
                <a:cubicBezTo>
                  <a:pt x="3889209" y="5827975"/>
                  <a:pt x="3884542" y="5818475"/>
                  <a:pt x="3877076" y="5809943"/>
                </a:cubicBezTo>
                <a:cubicBezTo>
                  <a:pt x="3869610" y="5801410"/>
                  <a:pt x="3858711" y="5795277"/>
                  <a:pt x="3844378" y="5791544"/>
                </a:cubicBezTo>
                <a:cubicBezTo>
                  <a:pt x="3830046" y="5787811"/>
                  <a:pt x="3802547" y="5785944"/>
                  <a:pt x="3761883" y="5785944"/>
                </a:cubicBezTo>
                <a:close/>
                <a:moveTo>
                  <a:pt x="3527437" y="5785944"/>
                </a:moveTo>
                <a:lnTo>
                  <a:pt x="3527437" y="6109724"/>
                </a:lnTo>
                <a:lnTo>
                  <a:pt x="3673428" y="6109724"/>
                </a:lnTo>
                <a:lnTo>
                  <a:pt x="3673428" y="6044928"/>
                </a:lnTo>
                <a:lnTo>
                  <a:pt x="3611632" y="6044928"/>
                </a:lnTo>
                <a:lnTo>
                  <a:pt x="3611632" y="5973733"/>
                </a:lnTo>
                <a:lnTo>
                  <a:pt x="3664229" y="5973733"/>
                </a:lnTo>
                <a:lnTo>
                  <a:pt x="3664229" y="5912136"/>
                </a:lnTo>
                <a:lnTo>
                  <a:pt x="3611632" y="5912136"/>
                </a:lnTo>
                <a:lnTo>
                  <a:pt x="3611632" y="5850740"/>
                </a:lnTo>
                <a:lnTo>
                  <a:pt x="3667829" y="5850740"/>
                </a:lnTo>
                <a:lnTo>
                  <a:pt x="3667829" y="5785944"/>
                </a:lnTo>
                <a:close/>
                <a:moveTo>
                  <a:pt x="3322538" y="5785944"/>
                </a:moveTo>
                <a:lnTo>
                  <a:pt x="3322538" y="5850740"/>
                </a:lnTo>
                <a:lnTo>
                  <a:pt x="3372335" y="5850740"/>
                </a:lnTo>
                <a:lnTo>
                  <a:pt x="3372335" y="6109724"/>
                </a:lnTo>
                <a:lnTo>
                  <a:pt x="3456530" y="6109724"/>
                </a:lnTo>
                <a:lnTo>
                  <a:pt x="3456530" y="5850740"/>
                </a:lnTo>
                <a:lnTo>
                  <a:pt x="3506527" y="5850740"/>
                </a:lnTo>
                <a:lnTo>
                  <a:pt x="3506527" y="5785944"/>
                </a:lnTo>
                <a:close/>
                <a:moveTo>
                  <a:pt x="3117862" y="5785944"/>
                </a:moveTo>
                <a:lnTo>
                  <a:pt x="3117862" y="6109724"/>
                </a:lnTo>
                <a:lnTo>
                  <a:pt x="3188258" y="6109724"/>
                </a:lnTo>
                <a:lnTo>
                  <a:pt x="3188258" y="5962533"/>
                </a:lnTo>
                <a:lnTo>
                  <a:pt x="3232055" y="6109724"/>
                </a:lnTo>
                <a:lnTo>
                  <a:pt x="3305851" y="6109724"/>
                </a:lnTo>
                <a:lnTo>
                  <a:pt x="3305851" y="5785944"/>
                </a:lnTo>
                <a:lnTo>
                  <a:pt x="3235455" y="5785944"/>
                </a:lnTo>
                <a:lnTo>
                  <a:pt x="3235455" y="5931735"/>
                </a:lnTo>
                <a:lnTo>
                  <a:pt x="3188258" y="5785944"/>
                </a:lnTo>
                <a:close/>
                <a:moveTo>
                  <a:pt x="2946412" y="5785944"/>
                </a:moveTo>
                <a:lnTo>
                  <a:pt x="2946412" y="6109724"/>
                </a:lnTo>
                <a:lnTo>
                  <a:pt x="3092403" y="6109724"/>
                </a:lnTo>
                <a:lnTo>
                  <a:pt x="3092403" y="6044928"/>
                </a:lnTo>
                <a:lnTo>
                  <a:pt x="3030607" y="6044928"/>
                </a:lnTo>
                <a:lnTo>
                  <a:pt x="3030607" y="5973733"/>
                </a:lnTo>
                <a:lnTo>
                  <a:pt x="3083204" y="5973733"/>
                </a:lnTo>
                <a:lnTo>
                  <a:pt x="3083204" y="5912136"/>
                </a:lnTo>
                <a:lnTo>
                  <a:pt x="3030607" y="5912136"/>
                </a:lnTo>
                <a:lnTo>
                  <a:pt x="3030607" y="5850740"/>
                </a:lnTo>
                <a:lnTo>
                  <a:pt x="3086804" y="5850740"/>
                </a:lnTo>
                <a:lnTo>
                  <a:pt x="3086804" y="5785944"/>
                </a:lnTo>
                <a:close/>
                <a:moveTo>
                  <a:pt x="2565412" y="5785944"/>
                </a:moveTo>
                <a:lnTo>
                  <a:pt x="2565412" y="6109724"/>
                </a:lnTo>
                <a:lnTo>
                  <a:pt x="2711403" y="6109724"/>
                </a:lnTo>
                <a:lnTo>
                  <a:pt x="2711403" y="6044928"/>
                </a:lnTo>
                <a:lnTo>
                  <a:pt x="2649607" y="6044928"/>
                </a:lnTo>
                <a:lnTo>
                  <a:pt x="2649607" y="5973733"/>
                </a:lnTo>
                <a:lnTo>
                  <a:pt x="2702204" y="5973733"/>
                </a:lnTo>
                <a:lnTo>
                  <a:pt x="2702204" y="5912136"/>
                </a:lnTo>
                <a:lnTo>
                  <a:pt x="2649607" y="5912136"/>
                </a:lnTo>
                <a:lnTo>
                  <a:pt x="2649607" y="5850740"/>
                </a:lnTo>
                <a:lnTo>
                  <a:pt x="2705804" y="5850740"/>
                </a:lnTo>
                <a:lnTo>
                  <a:pt x="2705804" y="5785944"/>
                </a:lnTo>
                <a:close/>
                <a:moveTo>
                  <a:pt x="2346337" y="5785944"/>
                </a:moveTo>
                <a:lnTo>
                  <a:pt x="2346337" y="6109724"/>
                </a:lnTo>
                <a:lnTo>
                  <a:pt x="2430532" y="6109724"/>
                </a:lnTo>
                <a:lnTo>
                  <a:pt x="2430532" y="5963733"/>
                </a:lnTo>
                <a:cubicBezTo>
                  <a:pt x="2442131" y="5963733"/>
                  <a:pt x="2449298" y="5965800"/>
                  <a:pt x="2452031" y="5969933"/>
                </a:cubicBezTo>
                <a:cubicBezTo>
                  <a:pt x="2454764" y="5974066"/>
                  <a:pt x="2456130" y="5984799"/>
                  <a:pt x="2456130" y="6002131"/>
                </a:cubicBezTo>
                <a:lnTo>
                  <a:pt x="2456130" y="6109724"/>
                </a:lnTo>
                <a:lnTo>
                  <a:pt x="2534326" y="6109724"/>
                </a:lnTo>
                <a:lnTo>
                  <a:pt x="2534326" y="6024329"/>
                </a:lnTo>
                <a:cubicBezTo>
                  <a:pt x="2534326" y="5998198"/>
                  <a:pt x="2533626" y="5982232"/>
                  <a:pt x="2532226" y="5976432"/>
                </a:cubicBezTo>
                <a:cubicBezTo>
                  <a:pt x="2530826" y="5970633"/>
                  <a:pt x="2527259" y="5964266"/>
                  <a:pt x="2521526" y="5957334"/>
                </a:cubicBezTo>
                <a:cubicBezTo>
                  <a:pt x="2515793" y="5950401"/>
                  <a:pt x="2504594" y="5944868"/>
                  <a:pt x="2487928" y="5940735"/>
                </a:cubicBezTo>
                <a:cubicBezTo>
                  <a:pt x="2506327" y="5939001"/>
                  <a:pt x="2518660" y="5933802"/>
                  <a:pt x="2524926" y="5925136"/>
                </a:cubicBezTo>
                <a:cubicBezTo>
                  <a:pt x="2531192" y="5916469"/>
                  <a:pt x="2534326" y="5899537"/>
                  <a:pt x="2534326" y="5874339"/>
                </a:cubicBezTo>
                <a:cubicBezTo>
                  <a:pt x="2534326" y="5846740"/>
                  <a:pt x="2529893" y="5826642"/>
                  <a:pt x="2521026" y="5814042"/>
                </a:cubicBezTo>
                <a:cubicBezTo>
                  <a:pt x="2512160" y="5801443"/>
                  <a:pt x="2500694" y="5793610"/>
                  <a:pt x="2486629" y="5790544"/>
                </a:cubicBezTo>
                <a:cubicBezTo>
                  <a:pt x="2472563" y="5787477"/>
                  <a:pt x="2445664" y="5785944"/>
                  <a:pt x="2405933" y="5785944"/>
                </a:cubicBezTo>
                <a:close/>
                <a:moveTo>
                  <a:pt x="2136787" y="5785944"/>
                </a:moveTo>
                <a:lnTo>
                  <a:pt x="2136787" y="6109724"/>
                </a:lnTo>
                <a:lnTo>
                  <a:pt x="2220982" y="6109724"/>
                </a:lnTo>
                <a:lnTo>
                  <a:pt x="2220982" y="5979332"/>
                </a:lnTo>
                <a:lnTo>
                  <a:pt x="2243581" y="5979332"/>
                </a:lnTo>
                <a:cubicBezTo>
                  <a:pt x="2261980" y="5979332"/>
                  <a:pt x="2276879" y="5976799"/>
                  <a:pt x="2288278" y="5971733"/>
                </a:cubicBezTo>
                <a:cubicBezTo>
                  <a:pt x="2299677" y="5966666"/>
                  <a:pt x="2307510" y="5959400"/>
                  <a:pt x="2311776" y="5949934"/>
                </a:cubicBezTo>
                <a:cubicBezTo>
                  <a:pt x="2316043" y="5940468"/>
                  <a:pt x="2318176" y="5925402"/>
                  <a:pt x="2318176" y="5904737"/>
                </a:cubicBezTo>
                <a:lnTo>
                  <a:pt x="2318176" y="5876538"/>
                </a:lnTo>
                <a:cubicBezTo>
                  <a:pt x="2318176" y="5856273"/>
                  <a:pt x="2317076" y="5841307"/>
                  <a:pt x="2314876" y="5831641"/>
                </a:cubicBezTo>
                <a:cubicBezTo>
                  <a:pt x="2312676" y="5821975"/>
                  <a:pt x="2308477" y="5813742"/>
                  <a:pt x="2302277" y="5806943"/>
                </a:cubicBezTo>
                <a:cubicBezTo>
                  <a:pt x="2296077" y="5800143"/>
                  <a:pt x="2286811" y="5794943"/>
                  <a:pt x="2274479" y="5791344"/>
                </a:cubicBezTo>
                <a:cubicBezTo>
                  <a:pt x="2262146" y="5787744"/>
                  <a:pt x="2244514" y="5785944"/>
                  <a:pt x="2221582" y="5785944"/>
                </a:cubicBezTo>
                <a:close/>
                <a:moveTo>
                  <a:pt x="2821257" y="5779144"/>
                </a:moveTo>
                <a:cubicBezTo>
                  <a:pt x="2801258" y="5779144"/>
                  <a:pt x="2784193" y="5782378"/>
                  <a:pt x="2770060" y="5788844"/>
                </a:cubicBezTo>
                <a:cubicBezTo>
                  <a:pt x="2755928" y="5795310"/>
                  <a:pt x="2745695" y="5804276"/>
                  <a:pt x="2739362" y="5815742"/>
                </a:cubicBezTo>
                <a:cubicBezTo>
                  <a:pt x="2733029" y="5827208"/>
                  <a:pt x="2729863" y="5845340"/>
                  <a:pt x="2729863" y="5870139"/>
                </a:cubicBezTo>
                <a:cubicBezTo>
                  <a:pt x="2729863" y="5887338"/>
                  <a:pt x="2732096" y="5901470"/>
                  <a:pt x="2736562" y="5912536"/>
                </a:cubicBezTo>
                <a:cubicBezTo>
                  <a:pt x="2741029" y="5923602"/>
                  <a:pt x="2746662" y="5932268"/>
                  <a:pt x="2753461" y="5938535"/>
                </a:cubicBezTo>
                <a:cubicBezTo>
                  <a:pt x="2760261" y="5944801"/>
                  <a:pt x="2774126" y="5954867"/>
                  <a:pt x="2795059" y="5968733"/>
                </a:cubicBezTo>
                <a:cubicBezTo>
                  <a:pt x="2815991" y="5982465"/>
                  <a:pt x="2829123" y="5992265"/>
                  <a:pt x="2834456" y="5998131"/>
                </a:cubicBezTo>
                <a:cubicBezTo>
                  <a:pt x="2839656" y="6003997"/>
                  <a:pt x="2842256" y="6016463"/>
                  <a:pt x="2842256" y="6035529"/>
                </a:cubicBezTo>
                <a:cubicBezTo>
                  <a:pt x="2842256" y="6044195"/>
                  <a:pt x="2840889" y="6050728"/>
                  <a:pt x="2838156" y="6055128"/>
                </a:cubicBezTo>
                <a:cubicBezTo>
                  <a:pt x="2835423" y="6059527"/>
                  <a:pt x="2831256" y="6061727"/>
                  <a:pt x="2825657" y="6061727"/>
                </a:cubicBezTo>
                <a:cubicBezTo>
                  <a:pt x="2820057" y="6061727"/>
                  <a:pt x="2816157" y="6059994"/>
                  <a:pt x="2813957" y="6056527"/>
                </a:cubicBezTo>
                <a:cubicBezTo>
                  <a:pt x="2811758" y="6053061"/>
                  <a:pt x="2810658" y="6045261"/>
                  <a:pt x="2810658" y="6033129"/>
                </a:cubicBezTo>
                <a:lnTo>
                  <a:pt x="2810658" y="5993731"/>
                </a:lnTo>
                <a:lnTo>
                  <a:pt x="2732462" y="5993731"/>
                </a:lnTo>
                <a:lnTo>
                  <a:pt x="2732462" y="6014930"/>
                </a:lnTo>
                <a:cubicBezTo>
                  <a:pt x="2732462" y="6039195"/>
                  <a:pt x="2734929" y="6057927"/>
                  <a:pt x="2739862" y="6071127"/>
                </a:cubicBezTo>
                <a:cubicBezTo>
                  <a:pt x="2744795" y="6084326"/>
                  <a:pt x="2755228" y="6095192"/>
                  <a:pt x="2771160" y="6103725"/>
                </a:cubicBezTo>
                <a:cubicBezTo>
                  <a:pt x="2787092" y="6112257"/>
                  <a:pt x="2806325" y="6116524"/>
                  <a:pt x="2828857" y="6116524"/>
                </a:cubicBezTo>
                <a:cubicBezTo>
                  <a:pt x="2849389" y="6116524"/>
                  <a:pt x="2867388" y="6112824"/>
                  <a:pt x="2882853" y="6105424"/>
                </a:cubicBezTo>
                <a:cubicBezTo>
                  <a:pt x="2898319" y="6098025"/>
                  <a:pt x="2908752" y="6088859"/>
                  <a:pt x="2914151" y="6077926"/>
                </a:cubicBezTo>
                <a:cubicBezTo>
                  <a:pt x="2919551" y="6066994"/>
                  <a:pt x="2922251" y="6049995"/>
                  <a:pt x="2922251" y="6026929"/>
                </a:cubicBezTo>
                <a:cubicBezTo>
                  <a:pt x="2922251" y="5995198"/>
                  <a:pt x="2917385" y="5972199"/>
                  <a:pt x="2907652" y="5957933"/>
                </a:cubicBezTo>
                <a:cubicBezTo>
                  <a:pt x="2897919" y="5943668"/>
                  <a:pt x="2874313" y="5925413"/>
                  <a:pt x="2836834" y="5903168"/>
                </a:cubicBezTo>
                <a:cubicBezTo>
                  <a:pt x="2823764" y="5895441"/>
                  <a:pt x="2815833" y="5888843"/>
                  <a:pt x="2813042" y="5883372"/>
                </a:cubicBezTo>
                <a:cubicBezTo>
                  <a:pt x="2810119" y="5877902"/>
                  <a:pt x="2808658" y="5869764"/>
                  <a:pt x="2808658" y="5858958"/>
                </a:cubicBezTo>
                <a:cubicBezTo>
                  <a:pt x="2808658" y="5850553"/>
                  <a:pt x="2809958" y="5844282"/>
                  <a:pt x="2812557" y="5840145"/>
                </a:cubicBezTo>
                <a:cubicBezTo>
                  <a:pt x="2815157" y="5836009"/>
                  <a:pt x="2818990" y="5833941"/>
                  <a:pt x="2824057" y="5833941"/>
                </a:cubicBezTo>
                <a:cubicBezTo>
                  <a:pt x="2828723" y="5833941"/>
                  <a:pt x="2832056" y="5835474"/>
                  <a:pt x="2834056" y="5838541"/>
                </a:cubicBezTo>
                <a:cubicBezTo>
                  <a:pt x="2836056" y="5841607"/>
                  <a:pt x="2837056" y="5848740"/>
                  <a:pt x="2837056" y="5859939"/>
                </a:cubicBezTo>
                <a:lnTo>
                  <a:pt x="2837056" y="5883938"/>
                </a:lnTo>
                <a:lnTo>
                  <a:pt x="2915251" y="5883938"/>
                </a:lnTo>
                <a:lnTo>
                  <a:pt x="2915251" y="5871139"/>
                </a:lnTo>
                <a:cubicBezTo>
                  <a:pt x="2915251" y="5845407"/>
                  <a:pt x="2912751" y="5827175"/>
                  <a:pt x="2907752" y="5816442"/>
                </a:cubicBezTo>
                <a:cubicBezTo>
                  <a:pt x="2902752" y="5805709"/>
                  <a:pt x="2892553" y="5796810"/>
                  <a:pt x="2877154" y="5789744"/>
                </a:cubicBezTo>
                <a:cubicBezTo>
                  <a:pt x="2861755" y="5782678"/>
                  <a:pt x="2843122" y="5779144"/>
                  <a:pt x="2821257" y="5779144"/>
                </a:cubicBezTo>
                <a:close/>
                <a:moveTo>
                  <a:pt x="4093829" y="2576012"/>
                </a:moveTo>
                <a:cubicBezTo>
                  <a:pt x="4109308" y="2576012"/>
                  <a:pt x="4119527" y="2582263"/>
                  <a:pt x="4124488" y="2594765"/>
                </a:cubicBezTo>
                <a:cubicBezTo>
                  <a:pt x="4129449" y="2607266"/>
                  <a:pt x="4131929" y="2635941"/>
                  <a:pt x="4131929" y="2680787"/>
                </a:cubicBezTo>
                <a:lnTo>
                  <a:pt x="4131929" y="3123700"/>
                </a:lnTo>
                <a:cubicBezTo>
                  <a:pt x="4131929" y="3180453"/>
                  <a:pt x="4129548" y="3216371"/>
                  <a:pt x="4124786" y="3231452"/>
                </a:cubicBezTo>
                <a:cubicBezTo>
                  <a:pt x="4120023" y="3246533"/>
                  <a:pt x="4109109" y="3254073"/>
                  <a:pt x="4092044" y="3254073"/>
                </a:cubicBezTo>
                <a:cubicBezTo>
                  <a:pt x="4075375" y="3254073"/>
                  <a:pt x="4064758" y="3247525"/>
                  <a:pt x="4060194" y="3234428"/>
                </a:cubicBezTo>
                <a:cubicBezTo>
                  <a:pt x="4055630" y="3221331"/>
                  <a:pt x="4053348" y="3186803"/>
                  <a:pt x="4053348" y="3130844"/>
                </a:cubicBezTo>
                <a:lnTo>
                  <a:pt x="4053348" y="2680787"/>
                </a:lnTo>
                <a:cubicBezTo>
                  <a:pt x="4053348" y="2631178"/>
                  <a:pt x="4056821" y="2601313"/>
                  <a:pt x="4063766" y="2591193"/>
                </a:cubicBezTo>
                <a:cubicBezTo>
                  <a:pt x="4070711" y="2581073"/>
                  <a:pt x="4080733" y="2576012"/>
                  <a:pt x="4093829" y="2576012"/>
                </a:cubicBezTo>
                <a:close/>
                <a:moveTo>
                  <a:pt x="3152640" y="2433137"/>
                </a:moveTo>
                <a:lnTo>
                  <a:pt x="3152640" y="3396949"/>
                </a:lnTo>
                <a:lnTo>
                  <a:pt x="3362190" y="3396949"/>
                </a:lnTo>
                <a:lnTo>
                  <a:pt x="3362190" y="2958798"/>
                </a:lnTo>
                <a:lnTo>
                  <a:pt x="3492564" y="3396949"/>
                </a:lnTo>
                <a:lnTo>
                  <a:pt x="3712234" y="3396949"/>
                </a:lnTo>
                <a:lnTo>
                  <a:pt x="3712234" y="2433137"/>
                </a:lnTo>
                <a:lnTo>
                  <a:pt x="3502684" y="2433137"/>
                </a:lnTo>
                <a:lnTo>
                  <a:pt x="3502684" y="2867120"/>
                </a:lnTo>
                <a:lnTo>
                  <a:pt x="3362190" y="2433137"/>
                </a:lnTo>
                <a:close/>
                <a:moveTo>
                  <a:pt x="2809740" y="2433137"/>
                </a:moveTo>
                <a:lnTo>
                  <a:pt x="2809740" y="3396949"/>
                </a:lnTo>
                <a:lnTo>
                  <a:pt x="3060367" y="3396949"/>
                </a:lnTo>
                <a:lnTo>
                  <a:pt x="3060367" y="2433137"/>
                </a:lnTo>
                <a:close/>
                <a:moveTo>
                  <a:pt x="4092639" y="2412897"/>
                </a:moveTo>
                <a:cubicBezTo>
                  <a:pt x="4038267" y="2412897"/>
                  <a:pt x="3990642" y="2421826"/>
                  <a:pt x="3949764" y="2439686"/>
                </a:cubicBezTo>
                <a:cubicBezTo>
                  <a:pt x="3908886" y="2457545"/>
                  <a:pt x="3876441" y="2483144"/>
                  <a:pt x="3852430" y="2516481"/>
                </a:cubicBezTo>
                <a:cubicBezTo>
                  <a:pt x="3828419" y="2549819"/>
                  <a:pt x="3814132" y="2586629"/>
                  <a:pt x="3809568" y="2626911"/>
                </a:cubicBezTo>
                <a:cubicBezTo>
                  <a:pt x="3805004" y="2667194"/>
                  <a:pt x="3802722" y="2735754"/>
                  <a:pt x="3802722" y="2832592"/>
                </a:cubicBezTo>
                <a:lnTo>
                  <a:pt x="3802722" y="2997493"/>
                </a:lnTo>
                <a:cubicBezTo>
                  <a:pt x="3802722" y="3096712"/>
                  <a:pt x="3805103" y="3166166"/>
                  <a:pt x="3809865" y="3205853"/>
                </a:cubicBezTo>
                <a:cubicBezTo>
                  <a:pt x="3814628" y="3245541"/>
                  <a:pt x="3829511" y="3282251"/>
                  <a:pt x="3854514" y="3315986"/>
                </a:cubicBezTo>
                <a:cubicBezTo>
                  <a:pt x="3879517" y="3349720"/>
                  <a:pt x="3912557" y="3375021"/>
                  <a:pt x="3953633" y="3391888"/>
                </a:cubicBezTo>
                <a:cubicBezTo>
                  <a:pt x="3994710" y="3408755"/>
                  <a:pt x="4041045" y="3417189"/>
                  <a:pt x="4092639" y="3417189"/>
                </a:cubicBezTo>
                <a:cubicBezTo>
                  <a:pt x="4147011" y="3417189"/>
                  <a:pt x="4194636" y="3408259"/>
                  <a:pt x="4235514" y="3390400"/>
                </a:cubicBezTo>
                <a:cubicBezTo>
                  <a:pt x="4276392" y="3372540"/>
                  <a:pt x="4308836" y="3346942"/>
                  <a:pt x="4332847" y="3313605"/>
                </a:cubicBezTo>
                <a:cubicBezTo>
                  <a:pt x="4356858" y="3280267"/>
                  <a:pt x="4371146" y="3243457"/>
                  <a:pt x="4375710" y="3203174"/>
                </a:cubicBezTo>
                <a:cubicBezTo>
                  <a:pt x="4380274" y="3162892"/>
                  <a:pt x="4382556" y="3094331"/>
                  <a:pt x="4382556" y="2997493"/>
                </a:cubicBezTo>
                <a:lnTo>
                  <a:pt x="4382556" y="2832592"/>
                </a:lnTo>
                <a:cubicBezTo>
                  <a:pt x="4382556" y="2733373"/>
                  <a:pt x="4380175" y="2663920"/>
                  <a:pt x="4375412" y="2624233"/>
                </a:cubicBezTo>
                <a:cubicBezTo>
                  <a:pt x="4370650" y="2584545"/>
                  <a:pt x="4355767" y="2547834"/>
                  <a:pt x="4330764" y="2514100"/>
                </a:cubicBezTo>
                <a:cubicBezTo>
                  <a:pt x="4305761" y="2480365"/>
                  <a:pt x="4272721" y="2455065"/>
                  <a:pt x="4231644" y="2438197"/>
                </a:cubicBezTo>
                <a:cubicBezTo>
                  <a:pt x="4190568" y="2421330"/>
                  <a:pt x="4144233" y="2412897"/>
                  <a:pt x="4092639" y="2412897"/>
                </a:cubicBezTo>
                <a:close/>
                <a:moveTo>
                  <a:pt x="1322055" y="1109162"/>
                </a:moveTo>
                <a:cubicBezTo>
                  <a:pt x="1337533" y="1109162"/>
                  <a:pt x="1347752" y="1115413"/>
                  <a:pt x="1352713" y="1127915"/>
                </a:cubicBezTo>
                <a:cubicBezTo>
                  <a:pt x="1357674" y="1140416"/>
                  <a:pt x="1360155" y="1169090"/>
                  <a:pt x="1360155" y="1213937"/>
                </a:cubicBezTo>
                <a:lnTo>
                  <a:pt x="1360155" y="1656850"/>
                </a:lnTo>
                <a:cubicBezTo>
                  <a:pt x="1360155" y="1713603"/>
                  <a:pt x="1357773" y="1749520"/>
                  <a:pt x="1353011" y="1764601"/>
                </a:cubicBezTo>
                <a:cubicBezTo>
                  <a:pt x="1348248" y="1779683"/>
                  <a:pt x="1337334" y="1787223"/>
                  <a:pt x="1320269" y="1787223"/>
                </a:cubicBezTo>
                <a:cubicBezTo>
                  <a:pt x="1303600" y="1787223"/>
                  <a:pt x="1292983" y="1780675"/>
                  <a:pt x="1288420" y="1767578"/>
                </a:cubicBezTo>
                <a:cubicBezTo>
                  <a:pt x="1283855" y="1754481"/>
                  <a:pt x="1281573" y="1719953"/>
                  <a:pt x="1281573" y="1663994"/>
                </a:cubicBezTo>
                <a:lnTo>
                  <a:pt x="1281573" y="1213937"/>
                </a:lnTo>
                <a:cubicBezTo>
                  <a:pt x="1281573" y="1164328"/>
                  <a:pt x="1285046" y="1134463"/>
                  <a:pt x="1291991" y="1124343"/>
                </a:cubicBezTo>
                <a:cubicBezTo>
                  <a:pt x="1298937" y="1114223"/>
                  <a:pt x="1308958" y="1109162"/>
                  <a:pt x="1322055" y="1109162"/>
                </a:cubicBezTo>
                <a:close/>
                <a:moveTo>
                  <a:pt x="3788732" y="966287"/>
                </a:moveTo>
                <a:lnTo>
                  <a:pt x="3879815" y="1392531"/>
                </a:lnTo>
                <a:lnTo>
                  <a:pt x="3788732" y="1930098"/>
                </a:lnTo>
                <a:lnTo>
                  <a:pt x="4032810" y="1930098"/>
                </a:lnTo>
                <a:lnTo>
                  <a:pt x="4056390" y="1772945"/>
                </a:lnTo>
                <a:cubicBezTo>
                  <a:pt x="4067707" y="1704714"/>
                  <a:pt x="4076516" y="1640020"/>
                  <a:pt x="4082816" y="1578864"/>
                </a:cubicBezTo>
                <a:cubicBezTo>
                  <a:pt x="4105866" y="1716927"/>
                  <a:pt x="4131266" y="1834005"/>
                  <a:pt x="4159016" y="1930098"/>
                </a:cubicBezTo>
                <a:lnTo>
                  <a:pt x="4391188" y="1930098"/>
                </a:lnTo>
                <a:lnTo>
                  <a:pt x="4258433" y="1392531"/>
                </a:lnTo>
                <a:lnTo>
                  <a:pt x="4346540" y="966287"/>
                </a:lnTo>
                <a:lnTo>
                  <a:pt x="4136394" y="966287"/>
                </a:lnTo>
                <a:lnTo>
                  <a:pt x="4082816" y="1229415"/>
                </a:lnTo>
                <a:cubicBezTo>
                  <a:pt x="4076206" y="1189660"/>
                  <a:pt x="4067648" y="1146186"/>
                  <a:pt x="4057143" y="1098996"/>
                </a:cubicBezTo>
                <a:cubicBezTo>
                  <a:pt x="4044146" y="1037064"/>
                  <a:pt x="4035439" y="992828"/>
                  <a:pt x="4031024" y="966287"/>
                </a:cubicBezTo>
                <a:close/>
                <a:moveTo>
                  <a:pt x="3168119" y="966287"/>
                </a:moveTo>
                <a:lnTo>
                  <a:pt x="3168119" y="1536597"/>
                </a:lnTo>
                <a:cubicBezTo>
                  <a:pt x="3168119" y="1645341"/>
                  <a:pt x="3170103" y="1716679"/>
                  <a:pt x="3174072" y="1750612"/>
                </a:cubicBezTo>
                <a:cubicBezTo>
                  <a:pt x="3178040" y="1784544"/>
                  <a:pt x="3190939" y="1816791"/>
                  <a:pt x="3212767" y="1847350"/>
                </a:cubicBezTo>
                <a:cubicBezTo>
                  <a:pt x="3234595" y="1877909"/>
                  <a:pt x="3267536" y="1902714"/>
                  <a:pt x="3311589" y="1921764"/>
                </a:cubicBezTo>
                <a:cubicBezTo>
                  <a:pt x="3355642" y="1940814"/>
                  <a:pt x="3406442" y="1950339"/>
                  <a:pt x="3463989" y="1950339"/>
                </a:cubicBezTo>
                <a:cubicBezTo>
                  <a:pt x="3515980" y="1950339"/>
                  <a:pt x="3561124" y="1942302"/>
                  <a:pt x="3599422" y="1926229"/>
                </a:cubicBezTo>
                <a:cubicBezTo>
                  <a:pt x="3637721" y="1910155"/>
                  <a:pt x="3668578" y="1886541"/>
                  <a:pt x="3691994" y="1855387"/>
                </a:cubicBezTo>
                <a:cubicBezTo>
                  <a:pt x="3715409" y="1824232"/>
                  <a:pt x="3729498" y="1793871"/>
                  <a:pt x="3734261" y="1764304"/>
                </a:cubicBezTo>
                <a:cubicBezTo>
                  <a:pt x="3739023" y="1734737"/>
                  <a:pt x="3741404" y="1683441"/>
                  <a:pt x="3741404" y="1610415"/>
                </a:cubicBezTo>
                <a:lnTo>
                  <a:pt x="3741404" y="966287"/>
                </a:lnTo>
                <a:lnTo>
                  <a:pt x="3490778" y="966287"/>
                </a:lnTo>
                <a:lnTo>
                  <a:pt x="3490778" y="1676495"/>
                </a:lnTo>
                <a:cubicBezTo>
                  <a:pt x="3490778" y="1724517"/>
                  <a:pt x="3488496" y="1754977"/>
                  <a:pt x="3483932" y="1767876"/>
                </a:cubicBezTo>
                <a:cubicBezTo>
                  <a:pt x="3479368" y="1780774"/>
                  <a:pt x="3469148" y="1787223"/>
                  <a:pt x="3453273" y="1787223"/>
                </a:cubicBezTo>
                <a:cubicBezTo>
                  <a:pt x="3439383" y="1787223"/>
                  <a:pt x="3430155" y="1781369"/>
                  <a:pt x="3425591" y="1769661"/>
                </a:cubicBezTo>
                <a:cubicBezTo>
                  <a:pt x="3421027" y="1757954"/>
                  <a:pt x="3418745" y="1731066"/>
                  <a:pt x="3418745" y="1688997"/>
                </a:cubicBezTo>
                <a:lnTo>
                  <a:pt x="3418745" y="966287"/>
                </a:lnTo>
                <a:close/>
                <a:moveTo>
                  <a:pt x="2514466" y="966287"/>
                </a:moveTo>
                <a:lnTo>
                  <a:pt x="2514466" y="1930098"/>
                </a:lnTo>
                <a:lnTo>
                  <a:pt x="2724015" y="1930098"/>
                </a:lnTo>
                <a:lnTo>
                  <a:pt x="2724015" y="1491948"/>
                </a:lnTo>
                <a:lnTo>
                  <a:pt x="2854389" y="1930098"/>
                </a:lnTo>
                <a:lnTo>
                  <a:pt x="3074059" y="1930098"/>
                </a:lnTo>
                <a:lnTo>
                  <a:pt x="3074059" y="966287"/>
                </a:lnTo>
                <a:lnTo>
                  <a:pt x="2864509" y="966287"/>
                </a:lnTo>
                <a:lnTo>
                  <a:pt x="2864509" y="1400270"/>
                </a:lnTo>
                <a:lnTo>
                  <a:pt x="2724015" y="966287"/>
                </a:lnTo>
                <a:close/>
                <a:moveTo>
                  <a:pt x="2171565" y="966287"/>
                </a:moveTo>
                <a:lnTo>
                  <a:pt x="2171565" y="1930098"/>
                </a:lnTo>
                <a:lnTo>
                  <a:pt x="2422192" y="1930098"/>
                </a:lnTo>
                <a:lnTo>
                  <a:pt x="2422192" y="966287"/>
                </a:lnTo>
                <a:close/>
                <a:moveTo>
                  <a:pt x="1704841" y="966287"/>
                </a:moveTo>
                <a:lnTo>
                  <a:pt x="1704841" y="1930098"/>
                </a:lnTo>
                <a:lnTo>
                  <a:pt x="2107867" y="1930098"/>
                </a:lnTo>
                <a:lnTo>
                  <a:pt x="2107867" y="1737217"/>
                </a:lnTo>
                <a:lnTo>
                  <a:pt x="1955467" y="1737217"/>
                </a:lnTo>
                <a:lnTo>
                  <a:pt x="1955467" y="966287"/>
                </a:lnTo>
                <a:close/>
                <a:moveTo>
                  <a:pt x="1320864" y="946047"/>
                </a:moveTo>
                <a:cubicBezTo>
                  <a:pt x="1266492" y="946047"/>
                  <a:pt x="1218867" y="954976"/>
                  <a:pt x="1177989" y="972836"/>
                </a:cubicBezTo>
                <a:cubicBezTo>
                  <a:pt x="1137111" y="990695"/>
                  <a:pt x="1104666" y="1016294"/>
                  <a:pt x="1080655" y="1049631"/>
                </a:cubicBezTo>
                <a:cubicBezTo>
                  <a:pt x="1056645" y="1082969"/>
                  <a:pt x="1042357" y="1119779"/>
                  <a:pt x="1037793" y="1160062"/>
                </a:cubicBezTo>
                <a:cubicBezTo>
                  <a:pt x="1033229" y="1200344"/>
                  <a:pt x="1030947" y="1268904"/>
                  <a:pt x="1030947" y="1365742"/>
                </a:cubicBezTo>
                <a:lnTo>
                  <a:pt x="1030947" y="1530644"/>
                </a:lnTo>
                <a:cubicBezTo>
                  <a:pt x="1030947" y="1629862"/>
                  <a:pt x="1033328" y="1699316"/>
                  <a:pt x="1038091" y="1739003"/>
                </a:cubicBezTo>
                <a:cubicBezTo>
                  <a:pt x="1042853" y="1778691"/>
                  <a:pt x="1057736" y="1815401"/>
                  <a:pt x="1082739" y="1849136"/>
                </a:cubicBezTo>
                <a:cubicBezTo>
                  <a:pt x="1107742" y="1882870"/>
                  <a:pt x="1140782" y="1908171"/>
                  <a:pt x="1181858" y="1925038"/>
                </a:cubicBezTo>
                <a:cubicBezTo>
                  <a:pt x="1222935" y="1941905"/>
                  <a:pt x="1269270" y="1950339"/>
                  <a:pt x="1320864" y="1950339"/>
                </a:cubicBezTo>
                <a:cubicBezTo>
                  <a:pt x="1375236" y="1950339"/>
                  <a:pt x="1422861" y="1941409"/>
                  <a:pt x="1463739" y="1923550"/>
                </a:cubicBezTo>
                <a:cubicBezTo>
                  <a:pt x="1504617" y="1905690"/>
                  <a:pt x="1537062" y="1880092"/>
                  <a:pt x="1561073" y="1846754"/>
                </a:cubicBezTo>
                <a:cubicBezTo>
                  <a:pt x="1585083" y="1813417"/>
                  <a:pt x="1599371" y="1776607"/>
                  <a:pt x="1603935" y="1736324"/>
                </a:cubicBezTo>
                <a:cubicBezTo>
                  <a:pt x="1608499" y="1696041"/>
                  <a:pt x="1610781" y="1627481"/>
                  <a:pt x="1610781" y="1530644"/>
                </a:cubicBezTo>
                <a:lnTo>
                  <a:pt x="1610781" y="1365742"/>
                </a:lnTo>
                <a:cubicBezTo>
                  <a:pt x="1610781" y="1266523"/>
                  <a:pt x="1608400" y="1197070"/>
                  <a:pt x="1603637" y="1157383"/>
                </a:cubicBezTo>
                <a:cubicBezTo>
                  <a:pt x="1598875" y="1117695"/>
                  <a:pt x="1583992" y="1080984"/>
                  <a:pt x="1558989" y="1047250"/>
                </a:cubicBezTo>
                <a:cubicBezTo>
                  <a:pt x="1533986" y="1013515"/>
                  <a:pt x="1500946" y="988215"/>
                  <a:pt x="1459869" y="971347"/>
                </a:cubicBezTo>
                <a:cubicBezTo>
                  <a:pt x="1418793" y="954480"/>
                  <a:pt x="1372458" y="946047"/>
                  <a:pt x="1320864" y="946047"/>
                </a:cubicBezTo>
                <a:close/>
                <a:moveTo>
                  <a:pt x="0" y="0"/>
                </a:moveTo>
                <a:lnTo>
                  <a:pt x="4518734" y="0"/>
                </a:lnTo>
                <a:lnTo>
                  <a:pt x="4518734" y="6968970"/>
                </a:lnTo>
                <a:lnTo>
                  <a:pt x="0" y="696897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48" name="Speech Bubble: Oval 47">
            <a:extLst>
              <a:ext uri="{FF2B5EF4-FFF2-40B4-BE49-F238E27FC236}">
                <a16:creationId xmlns:a16="http://schemas.microsoft.com/office/drawing/2014/main" id="{F3C0543C-B4FF-00EE-1DA7-6666D159FB83}"/>
              </a:ext>
            </a:extLst>
          </p:cNvPr>
          <p:cNvSpPr/>
          <p:nvPr/>
        </p:nvSpPr>
        <p:spPr>
          <a:xfrm>
            <a:off x="8025250" y="9144"/>
            <a:ext cx="2755526" cy="1417320"/>
          </a:xfrm>
          <a:prstGeom prst="wedgeEllipse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Hello It’s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Tuxx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40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9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32CBA4-2DC3-C1FE-0F93-ED5953E2B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002" y="435006"/>
            <a:ext cx="8398275" cy="58059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6999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9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4A5865-B1FC-CA9E-C0D1-8253DD1BB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18269"/>
              </p:ext>
            </p:extLst>
          </p:nvPr>
        </p:nvGraphicFramePr>
        <p:xfrm>
          <a:off x="76201" y="60960"/>
          <a:ext cx="11144990" cy="662941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400424">
                  <a:extLst>
                    <a:ext uri="{9D8B030D-6E8A-4147-A177-3AD203B41FA5}">
                      <a16:colId xmlns:a16="http://schemas.microsoft.com/office/drawing/2014/main" val="1044847416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1887046335"/>
                    </a:ext>
                  </a:extLst>
                </a:gridCol>
                <a:gridCol w="3963141">
                  <a:extLst>
                    <a:ext uri="{9D8B030D-6E8A-4147-A177-3AD203B41FA5}">
                      <a16:colId xmlns:a16="http://schemas.microsoft.com/office/drawing/2014/main" val="2469645805"/>
                    </a:ext>
                  </a:extLst>
                </a:gridCol>
              </a:tblGrid>
              <a:tr h="1039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b="1" u="sng" kern="1200" dirty="0" err="1">
                          <a:solidFill>
                            <a:schemeClr val="tx1"/>
                          </a:solidFill>
                          <a:effectLst/>
                          <a:latin typeface="Arimo" panose="020B0604020202020204" pitchFamily="34" charset="0"/>
                          <a:ea typeface="Arimo" panose="020B0604020202020204" pitchFamily="34" charset="0"/>
                          <a:cs typeface="Arimo" panose="020B0604020202020204" pitchFamily="34" charset="0"/>
                        </a:rPr>
                        <a:t>Odroid</a:t>
                      </a:r>
                      <a:r>
                        <a:rPr lang="en-IN" sz="3600" b="1" u="sng" kern="1200" dirty="0">
                          <a:solidFill>
                            <a:schemeClr val="tx1"/>
                          </a:solidFill>
                          <a:effectLst/>
                          <a:latin typeface="Arimo" panose="020B0604020202020204" pitchFamily="34" charset="0"/>
                          <a:ea typeface="Arimo" panose="020B0604020202020204" pitchFamily="34" charset="0"/>
                          <a:cs typeface="Arimo" panose="020B0604020202020204" pitchFamily="34" charset="0"/>
                        </a:rPr>
                        <a:t> XU4:</a:t>
                      </a:r>
                    </a:p>
                    <a:p>
                      <a:endParaRPr lang="en-IN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b="1" u="sng" kern="1200" dirty="0" err="1">
                          <a:solidFill>
                            <a:schemeClr val="tx1"/>
                          </a:solidFill>
                          <a:effectLst/>
                          <a:latin typeface="Arimo" panose="020B0604020202020204" pitchFamily="34" charset="0"/>
                          <a:ea typeface="Arimo" panose="020B0604020202020204" pitchFamily="34" charset="0"/>
                          <a:cs typeface="Arimo" panose="020B0604020202020204" pitchFamily="34" charset="0"/>
                        </a:rPr>
                        <a:t>NanoPi</a:t>
                      </a:r>
                      <a:r>
                        <a:rPr lang="en-IN" sz="3600" b="1" u="sng" kern="1200" dirty="0">
                          <a:solidFill>
                            <a:schemeClr val="tx1"/>
                          </a:solidFill>
                          <a:effectLst/>
                          <a:latin typeface="Arimo" panose="020B0604020202020204" pitchFamily="34" charset="0"/>
                          <a:ea typeface="Arimo" panose="020B0604020202020204" pitchFamily="34" charset="0"/>
                          <a:cs typeface="Arimo" panose="020B0604020202020204" pitchFamily="34" charset="0"/>
                        </a:rPr>
                        <a:t> NEO4:</a:t>
                      </a:r>
                    </a:p>
                    <a:p>
                      <a:endParaRPr lang="en-IN" sz="2800" u="sng" dirty="0">
                        <a:latin typeface="Arimo" panose="020B0604020202020204" pitchFamily="34" charset="0"/>
                        <a:ea typeface="Arimo" panose="020B0604020202020204" pitchFamily="34" charset="0"/>
                        <a:cs typeface="Arimo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b="1" u="sng" kern="1200" dirty="0" err="1">
                          <a:solidFill>
                            <a:schemeClr val="tx1"/>
                          </a:solidFill>
                          <a:effectLst/>
                          <a:latin typeface="Arimo" panose="020B0604020202020204" pitchFamily="34" charset="0"/>
                          <a:ea typeface="Arimo" panose="020B0604020202020204" pitchFamily="34" charset="0"/>
                          <a:cs typeface="Arimo" panose="020B0604020202020204" pitchFamily="34" charset="0"/>
                        </a:rPr>
                        <a:t>BeagleBone</a:t>
                      </a:r>
                      <a:r>
                        <a:rPr lang="en-IN" sz="3200" b="1" u="sng" kern="1200" dirty="0">
                          <a:solidFill>
                            <a:schemeClr val="tx1"/>
                          </a:solidFill>
                          <a:effectLst/>
                          <a:latin typeface="Arimo" panose="020B0604020202020204" pitchFamily="34" charset="0"/>
                          <a:ea typeface="Arimo" panose="020B0604020202020204" pitchFamily="34" charset="0"/>
                          <a:cs typeface="Arimo" panose="020B0604020202020204" pitchFamily="34" charset="0"/>
                        </a:rPr>
                        <a:t> Black:</a:t>
                      </a:r>
                    </a:p>
                    <a:p>
                      <a:endParaRPr lang="en-IN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5080400"/>
                  </a:ext>
                </a:extLst>
              </a:tr>
              <a:tr h="15336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Processor: Samsung </a:t>
                      </a:r>
                      <a:r>
                        <a:rPr lang="en-IN" sz="2000" b="1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Exynos</a:t>
                      </a:r>
                      <a:r>
                        <a:rPr lang="en-IN" sz="20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5422, Quad-core Cortex-A15 and Quad-core Cortex-A7.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Processor: </a:t>
                      </a:r>
                      <a:r>
                        <a:rPr lang="en-IN" sz="2000" b="1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Rockchip</a:t>
                      </a:r>
                      <a:r>
                        <a:rPr lang="en-IN" sz="20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RK3399 Dual-core Cortex-A72 up to 1.8GHz and Quad-core Cortex-A53 up to 1.5GHz.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Processor: Single-core ARM Cortex-A8.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5771918"/>
                  </a:ext>
                </a:extLst>
              </a:tr>
              <a:tr h="7668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RAM: 2GB LPDDR3.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RAM: 1GB LPDDR3.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RAM: 512MB DDR3.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9972999"/>
                  </a:ext>
                </a:extLst>
              </a:tr>
              <a:tr h="1769542">
                <a:tc>
                  <a:txBody>
                    <a:bodyPr/>
                    <a:lstStyle/>
                    <a:p>
                      <a:pPr lvl="0"/>
                      <a:r>
                        <a:rPr lang="en-IN" sz="24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Connectivity: Gigabit Ethernet, HDMI, USB 3.0, USB 2.0, GPIO pins.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Connectivity: HDMI, USB 3.0, Gigabit Ethernet, Wi-Fi, Bluetooth.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Connectivity: Ethernet, HDMI, USB 2.0, GPIO pins.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927300"/>
                  </a:ext>
                </a:extLst>
              </a:tr>
              <a:tr h="1415634">
                <a:tc>
                  <a:txBody>
                    <a:bodyPr/>
                    <a:lstStyle/>
                    <a:p>
                      <a:r>
                        <a:rPr lang="en-IN" sz="2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 Factor:</a:t>
                      </a:r>
                      <a:r>
                        <a:rPr lang="en-IN" sz="2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Compact and powerful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Compact Design: Small form.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 Factor:</a:t>
                      </a:r>
                      <a:r>
                        <a:rPr lang="en-IN" sz="2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Similar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Raspberry Pi.</a:t>
                      </a:r>
                    </a:p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369791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733DE6A-AB89-DCE8-078E-860EB4B56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97" y="4509857"/>
            <a:ext cx="2279903" cy="228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0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9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71832C2-4AA5-56D4-19D6-57B161526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3333" l="9953" r="89891">
                        <a14:foregroundMark x1="45217" y1="88940" x2="45568" y2="88889"/>
                        <a14:foregroundMark x1="40289" y1="89653" x2="45071" y2="88961"/>
                        <a14:foregroundMark x1="39813" y1="89722" x2="40278" y2="89655"/>
                        <a14:foregroundMark x1="45568" y1="88889" x2="46266" y2="84577"/>
                        <a14:foregroundMark x1="41784" y1="63228" x2="41213" y2="62778"/>
                        <a14:foregroundMark x1="36439" y1="61666" x2="34059" y2="61111"/>
                        <a14:foregroundMark x1="39179" y1="62304" x2="36863" y2="61764"/>
                        <a14:foregroundMark x1="40159" y1="62532" x2="39400" y2="62355"/>
                        <a14:foregroundMark x1="34059" y1="61111" x2="31179" y2="51911"/>
                        <a14:foregroundMark x1="53045" y1="81606" x2="53188" y2="83333"/>
                        <a14:foregroundMark x1="51944" y1="68333" x2="53045" y2="81605"/>
                        <a14:foregroundMark x1="53188" y1="83333" x2="56527" y2="89693"/>
                        <a14:foregroundMark x1="31882" y1="30278" x2="31882" y2="29167"/>
                        <a14:foregroundMark x1="31260" y1="28333" x2="31104" y2="28333"/>
                        <a14:foregroundMark x1="76827" y1="52222" x2="83359" y2="46667"/>
                        <a14:foregroundMark x1="70016" y1="29576" x2="71695" y2="29167"/>
                        <a14:foregroundMark x1="68274" y1="30000" x2="69262" y2="29759"/>
                        <a14:foregroundMark x1="71695" y1="29167" x2="70607" y2="29444"/>
                        <a14:foregroundMark x1="77064" y1="31478" x2="77605" y2="30833"/>
                        <a14:foregroundMark x1="74339" y1="34722" x2="75165" y2="33738"/>
                        <a14:foregroundMark x1="77747" y1="30797" x2="78694" y2="30556"/>
                        <a14:foregroundMark x1="77605" y1="30833" x2="77700" y2="30809"/>
                        <a14:foregroundMark x1="74184" y1="36111" x2="74184" y2="36111"/>
                        <a14:backgroundMark x1="38569" y1="75278" x2="41213" y2="85000"/>
                        <a14:backgroundMark x1="41213" y1="85000" x2="41991" y2="80833"/>
                        <a14:backgroundMark x1="43390" y1="71389" x2="44323" y2="85000"/>
                        <a14:backgroundMark x1="44323" y1="85000" x2="43235" y2="73889"/>
                        <a14:backgroundMark x1="43235" y1="73889" x2="44168" y2="79167"/>
                        <a14:backgroundMark x1="40902" y1="65278" x2="47123" y2="68333"/>
                        <a14:backgroundMark x1="47123" y1="68333" x2="47123" y2="78611"/>
                        <a14:backgroundMark x1="47123" y1="78611" x2="46967" y2="78889"/>
                        <a14:backgroundMark x1="62675" y1="88611" x2="56921" y2="86667"/>
                        <a14:backgroundMark x1="56921" y1="86667" x2="53810" y2="77778"/>
                        <a14:backgroundMark x1="53810" y1="77778" x2="56143" y2="66111"/>
                        <a14:backgroundMark x1="56143" y1="66111" x2="62364" y2="67500"/>
                        <a14:backgroundMark x1="62364" y1="67500" x2="62053" y2="69444"/>
                        <a14:backgroundMark x1="56299" y1="90278" x2="64230" y2="92222"/>
                        <a14:backgroundMark x1="64230" y1="93056" x2="65163" y2="90833"/>
                        <a14:backgroundMark x1="56610" y1="90278" x2="57854" y2="89444"/>
                        <a14:backgroundMark x1="52411" y1="60833" x2="57232" y2="53889"/>
                        <a14:backgroundMark x1="57232" y1="53889" x2="63142" y2="53333"/>
                        <a14:backgroundMark x1="63142" y1="53333" x2="57854" y2="57778"/>
                        <a14:backgroundMark x1="55054" y1="50278" x2="53966" y2="40000"/>
                        <a14:backgroundMark x1="53966" y1="40000" x2="58631" y2="31944"/>
                        <a14:backgroundMark x1="58631" y1="31944" x2="61897" y2="36667"/>
                        <a14:backgroundMark x1="59876" y1="28333" x2="64541" y2="31944"/>
                        <a14:backgroundMark x1="62053" y1="19444" x2="62986" y2="21111"/>
                        <a14:backgroundMark x1="72756" y1="31874" x2="74495" y2="31667"/>
                        <a14:backgroundMark x1="70727" y1="32115" x2="71611" y2="32010"/>
                        <a14:backgroundMark x1="74495" y1="31667" x2="75266" y2="31150"/>
                        <a14:backgroundMark x1="75272" y1="37778" x2="78694" y2="37778"/>
                        <a14:backgroundMark x1="63297" y1="42778" x2="68429" y2="43056"/>
                        <a14:backgroundMark x1="67341" y1="57500" x2="71851" y2="52500"/>
                        <a14:backgroundMark x1="77548" y1="55650" x2="78849" y2="56667"/>
                        <a14:backgroundMark x1="38103" y1="48889" x2="44168" y2="56667"/>
                        <a14:backgroundMark x1="44168" y1="56667" x2="38414" y2="58056"/>
                        <a14:backgroundMark x1="38414" y1="58056" x2="38258" y2="50278"/>
                        <a14:backgroundMark x1="23795" y1="48333" x2="29238" y2="52778"/>
                        <a14:backgroundMark x1="29238" y1="52778" x2="23950" y2="48056"/>
                        <a14:backgroundMark x1="31571" y1="45000" x2="32193" y2="45556"/>
                        <a14:backgroundMark x1="32659" y1="37222" x2="32815" y2="38056"/>
                        <a14:backgroundMark x1="23017" y1="33889" x2="22240" y2="44722"/>
                        <a14:backgroundMark x1="22240" y1="44722" x2="22084" y2="44722"/>
                        <a14:backgroundMark x1="23328" y1="31667" x2="26594" y2="33611"/>
                        <a14:backgroundMark x1="27372" y1="28889" x2="30171" y2="30000"/>
                        <a14:backgroundMark x1="33126" y1="29167" x2="32970" y2="30278"/>
                        <a14:backgroundMark x1="36081" y1="19722" x2="36703" y2="18611"/>
                        <a14:backgroundMark x1="37014" y1="19722" x2="37636" y2="20556"/>
                        <a14:backgroundMark x1="42613" y1="26111" x2="42613" y2="26111"/>
                        <a14:backgroundMark x1="42924" y1="26111" x2="42613" y2="26111"/>
                        <a14:backgroundMark x1="46656" y1="16389" x2="46812" y2="11944"/>
                        <a14:backgroundMark x1="47900" y1="20278" x2="50855" y2="26111"/>
                        <a14:backgroundMark x1="44946" y1="19722" x2="47589" y2="28889"/>
                        <a14:backgroundMark x1="47589" y1="28889" x2="48989" y2="30278"/>
                        <a14:backgroundMark x1="52722" y1="35000" x2="51633" y2="34722"/>
                        <a14:backgroundMark x1="40591" y1="35000" x2="46345" y2="35278"/>
                        <a14:backgroundMark x1="47434" y1="50278" x2="45568" y2="49722"/>
                        <a14:backgroundMark x1="24572" y1="58889" x2="18507" y2="62222"/>
                        <a14:backgroundMark x1="19751" y1="53611" x2="23795" y2="55000"/>
                        <a14:backgroundMark x1="32193" y1="44444" x2="28149" y2="48333"/>
                        <a14:backgroundMark x1="39502" y1="35556" x2="40435" y2="36389"/>
                        <a14:backgroundMark x1="43235" y1="27222" x2="42613" y2="27222"/>
                        <a14:backgroundMark x1="53810" y1="20278" x2="55988" y2="17500"/>
                        <a14:backgroundMark x1="69673" y1="26389" x2="70140" y2="23889"/>
                        <a14:backgroundMark x1="79005" y1="21667" x2="78694" y2="19722"/>
                        <a14:backgroundMark x1="65474" y1="64722" x2="68429" y2="64167"/>
                        <a14:backgroundMark x1="69829" y1="61667" x2="72473" y2="61944"/>
                        <a14:backgroundMark x1="68118" y1="69722" x2="66719" y2="69722"/>
                        <a14:backgroundMark x1="87092" y1="66111" x2="87403" y2="63611"/>
                        <a14:backgroundMark x1="84914" y1="48889" x2="88647" y2="49722"/>
                        <a14:backgroundMark x1="82170" y1="50947" x2="84914" y2="49722"/>
                        <a14:backgroundMark x1="34215" y1="65000" x2="32815" y2="69722"/>
                        <a14:backgroundMark x1="24728" y1="37222" x2="28305" y2="37222"/>
                        <a14:backgroundMark x1="28305" y1="37222" x2="28149" y2="44444"/>
                        <a14:backgroundMark x1="28149" y1="44444" x2="23950" y2="40556"/>
                        <a14:backgroundMark x1="23950" y1="40556" x2="26128" y2="36944"/>
                        <a14:backgroundMark x1="35925" y1="26389" x2="39036" y2="29722"/>
                        <a14:backgroundMark x1="39036" y1="29722" x2="38103" y2="22500"/>
                        <a14:backgroundMark x1="38103" y1="22500" x2="39969" y2="25278"/>
                        <a14:backgroundMark x1="45257" y1="39722" x2="42457" y2="35278"/>
                        <a14:backgroundMark x1="42457" y1="35278" x2="47278" y2="40278"/>
                        <a14:backgroundMark x1="47278" y1="40278" x2="45879" y2="46389"/>
                        <a14:backgroundMark x1="45879" y1="46389" x2="44479" y2="45278"/>
                        <a14:backgroundMark x1="74806" y1="43889" x2="73872" y2="48056"/>
                        <a14:backgroundMark x1="77449" y1="46944" x2="71695" y2="43889"/>
                        <a14:backgroundMark x1="71695" y1="43889" x2="73742" y2="39136"/>
                        <a14:backgroundMark x1="75095" y1="37526" x2="78072" y2="46389"/>
                        <a14:backgroundMark x1="78072" y1="46389" x2="75272" y2="45278"/>
                        <a14:backgroundMark x1="84473" y1="41680" x2="81960" y2="39167"/>
                        <a14:backgroundMark x1="85848" y1="43056" x2="84686" y2="41893"/>
                        <a14:backgroundMark x1="81960" y1="39167" x2="87092" y2="36111"/>
                        <a14:backgroundMark x1="87092" y1="36111" x2="86625" y2="46944"/>
                        <a14:backgroundMark x1="86625" y1="46944" x2="83981" y2="46667"/>
                        <a14:backgroundMark x1="30016" y1="68889" x2="23639" y2="67500"/>
                        <a14:backgroundMark x1="23639" y1="67500" x2="25194" y2="60833"/>
                        <a14:backgroundMark x1="25194" y1="60833" x2="31104" y2="65278"/>
                        <a14:backgroundMark x1="31104" y1="65278" x2="28305" y2="72778"/>
                        <a14:backgroundMark x1="28305" y1="72778" x2="26128" y2="72222"/>
                        <a14:backgroundMark x1="68274" y1="65556" x2="72784" y2="62778"/>
                        <a14:backgroundMark x1="72784" y1="62778" x2="77294" y2="63889"/>
                        <a14:backgroundMark x1="77294" y1="63889" x2="81337" y2="70556"/>
                        <a14:backgroundMark x1="81337" y1="70556" x2="75272" y2="75000"/>
                        <a14:backgroundMark x1="75272" y1="75000" x2="71229" y2="71111"/>
                        <a14:backgroundMark x1="71229" y1="71111" x2="71229" y2="68889"/>
                        <a14:backgroundMark x1="60187" y1="47778" x2="60809" y2="47222"/>
                        <a14:backgroundMark x1="62364" y1="43333" x2="62986" y2="42222"/>
                        <a14:backgroundMark x1="36703" y1="60556" x2="37481" y2="59167"/>
                        <a14:backgroundMark x1="76672" y1="16944" x2="70918" y2="17778"/>
                        <a14:backgroundMark x1="68585" y1="32222" x2="69518" y2="31389"/>
                        <a14:backgroundMark x1="70140" y1="30278" x2="69673" y2="30278"/>
                        <a14:backgroundMark x1="75583" y1="30556" x2="74961" y2="33611"/>
                        <a14:backgroundMark x1="75894" y1="31111" x2="77138" y2="30278"/>
                        <a14:backgroundMark x1="77605" y1="30278" x2="77605" y2="3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6112" y="-1152144"/>
            <a:ext cx="14072616" cy="8860536"/>
          </a:xfrm>
          <a:prstGeom prst="rect">
            <a:avLst/>
          </a:prstGeom>
        </p:spPr>
      </p:pic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0396DBF8-E5B3-E486-492E-731DB00A5FF0}"/>
              </a:ext>
            </a:extLst>
          </p:cNvPr>
          <p:cNvSpPr/>
          <p:nvPr/>
        </p:nvSpPr>
        <p:spPr>
          <a:xfrm>
            <a:off x="2660904" y="219456"/>
            <a:ext cx="1417320" cy="1024128"/>
          </a:xfrm>
          <a:prstGeom prst="round2SameRect">
            <a:avLst/>
          </a:prstGeom>
          <a:solidFill>
            <a:srgbClr val="EED8AD"/>
          </a:solidFill>
          <a:ln/>
          <a:effectLst>
            <a:softEdge rad="3175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Raspberry Pi 1 Model B</a:t>
            </a:r>
            <a:endParaRPr lang="en-IN" dirty="0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5575F4AB-6DB1-2D4A-56DF-AC9B5A27DBBF}"/>
              </a:ext>
            </a:extLst>
          </p:cNvPr>
          <p:cNvSpPr/>
          <p:nvPr/>
        </p:nvSpPr>
        <p:spPr>
          <a:xfrm>
            <a:off x="6217920" y="731520"/>
            <a:ext cx="1417320" cy="1024128"/>
          </a:xfrm>
          <a:prstGeom prst="round2SameRect">
            <a:avLst/>
          </a:prstGeom>
          <a:solidFill>
            <a:srgbClr val="EED8AD"/>
          </a:solidFill>
          <a:ln/>
          <a:effectLst>
            <a:softEdge rad="3175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Raspberry Pi 2 Model B</a:t>
            </a:r>
            <a:endParaRPr lang="en-IN" dirty="0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0D78F3A4-D3B8-6D80-77C5-2C80FF187FCF}"/>
              </a:ext>
            </a:extLst>
          </p:cNvPr>
          <p:cNvSpPr/>
          <p:nvPr/>
        </p:nvSpPr>
        <p:spPr>
          <a:xfrm>
            <a:off x="10177272" y="3015996"/>
            <a:ext cx="1417320" cy="1024128"/>
          </a:xfrm>
          <a:prstGeom prst="round2SameRect">
            <a:avLst/>
          </a:prstGeom>
          <a:solidFill>
            <a:srgbClr val="EED8AD"/>
          </a:solidFill>
          <a:ln/>
          <a:effectLst>
            <a:softEdge rad="3175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Raspberry Pi 1 Model B</a:t>
            </a:r>
            <a:endParaRPr lang="en-IN" dirty="0"/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B60464AB-7FEE-D96C-69FA-CD0D1B583140}"/>
              </a:ext>
            </a:extLst>
          </p:cNvPr>
          <p:cNvSpPr/>
          <p:nvPr/>
        </p:nvSpPr>
        <p:spPr>
          <a:xfrm>
            <a:off x="7534656" y="2615184"/>
            <a:ext cx="1417320" cy="1024128"/>
          </a:xfrm>
          <a:prstGeom prst="round2SameRect">
            <a:avLst/>
          </a:prstGeom>
          <a:solidFill>
            <a:srgbClr val="EED8AD"/>
          </a:solidFill>
          <a:ln/>
          <a:effectLst>
            <a:softEdge rad="3175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Raspberry Pi 3 Model B+</a:t>
            </a:r>
            <a:endParaRPr lang="en-IN" dirty="0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A6014607-B77D-0060-719F-58D62BFDA4C4}"/>
              </a:ext>
            </a:extLst>
          </p:cNvPr>
          <p:cNvSpPr/>
          <p:nvPr/>
        </p:nvSpPr>
        <p:spPr>
          <a:xfrm>
            <a:off x="3108960" y="2997708"/>
            <a:ext cx="1417320" cy="1024128"/>
          </a:xfrm>
          <a:prstGeom prst="round2SameRect">
            <a:avLst/>
          </a:prstGeom>
          <a:solidFill>
            <a:srgbClr val="EED8AD"/>
          </a:solidFill>
          <a:ln/>
          <a:effectLst>
            <a:softEdge rad="3175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Raspberry Pi 4 Model B</a:t>
            </a:r>
            <a:endParaRPr lang="en-IN" dirty="0"/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0EE5DB54-57B8-0F96-1BA9-E04EB0C0BEC1}"/>
              </a:ext>
            </a:extLst>
          </p:cNvPr>
          <p:cNvSpPr/>
          <p:nvPr/>
        </p:nvSpPr>
        <p:spPr>
          <a:xfrm>
            <a:off x="8951976" y="429768"/>
            <a:ext cx="1536192" cy="1133856"/>
          </a:xfrm>
          <a:prstGeom prst="round2SameRect">
            <a:avLst/>
          </a:prstGeom>
          <a:solidFill>
            <a:srgbClr val="EED8AD"/>
          </a:solidFill>
          <a:ln/>
          <a:effectLst>
            <a:softEdge rad="3175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Raspberry Pi 3 Model B</a:t>
            </a:r>
            <a:endParaRPr lang="en-IN" dirty="0"/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91D19610-A487-B7EF-7F9D-799923899271}"/>
              </a:ext>
            </a:extLst>
          </p:cNvPr>
          <p:cNvSpPr/>
          <p:nvPr/>
        </p:nvSpPr>
        <p:spPr>
          <a:xfrm>
            <a:off x="527304" y="2871216"/>
            <a:ext cx="1520952" cy="1150620"/>
          </a:xfrm>
          <a:prstGeom prst="round2SameRect">
            <a:avLst/>
          </a:prstGeom>
          <a:solidFill>
            <a:srgbClr val="EED8AD"/>
          </a:solidFill>
          <a:ln/>
          <a:effectLst>
            <a:softEdge rad="3175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Raspberry Pi ZERO 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31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161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Arimo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Mrudhula Jadhav</dc:creator>
  <cp:lastModifiedBy>Mrudhula Jadhav</cp:lastModifiedBy>
  <cp:revision>1</cp:revision>
  <dcterms:created xsi:type="dcterms:W3CDTF">2024-01-21T14:58:56Z</dcterms:created>
  <dcterms:modified xsi:type="dcterms:W3CDTF">2024-01-21T18:56:08Z</dcterms:modified>
</cp:coreProperties>
</file>